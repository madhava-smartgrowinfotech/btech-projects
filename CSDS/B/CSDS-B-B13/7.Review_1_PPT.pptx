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Copperplate Gothic Bold" pitchFamily="34" charset="0"/>
              </a:rPr>
              <a:t>API SECURITY PLATFORM FOR PAYMENT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783383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783383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1 KAPARTHI SRIPAD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23K91A6780</a:t>
            </a:r>
          </a:p>
          <a:p>
            <a:pPr algn="l">
              <a:tabLst>
                <a:tab pos="2783383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2 NUTHANAGANTI DIVYAJYOTHI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23K91A67C8</a:t>
            </a:r>
          </a:p>
          <a:p>
            <a:pPr algn="l">
              <a:tabLst>
                <a:tab pos="2783383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3 NAGUNOORI SIDHARTHA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24K95A6710</a:t>
            </a:r>
          </a:p>
          <a:p>
            <a:pPr algn="l">
              <a:tabLst>
                <a:tab pos="2783383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4 KODURU SATHISH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23K91A6792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MRS.T.JYOTHI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APIs are the backbone of UPI and digital payment applications.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As online payments grow, APIs have become a common target for cyberattacks.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OWASP API Security Top 10 lists the most critical API risks, such as broken object-level authorisation.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security testing tools require expertise, manual effort and expensive licences.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vulnerabilities therefore remain undetected until after deployment.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simple, automated API security testing tool for payment applications.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APIs connect users, banks and payment services in UPI and digital payment apps, which makes them frequent attack targets.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Popular security tools need skilled professionals, manual effort and expensive licences.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builds an automated tool that scans REST APIs against the OWASP API Security Top 10.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detects broken authentication, BOLA / IDOR, excessive data exposure, rate-limiting weaknesses and injection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generates a detailed report with an API security score and recommendations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penetration testing by security professionals.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Commercial scanners such as Burp Suite Pro and enterprise API security platforms.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Open-source tools such as OWASP ZAP and Postman test scripts.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Research frameworks that use LLMs to generate API security tests.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testing is slow and requires skilled professionals.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Commercial tools are expensive for small teams and students.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General scanners do not focus on payment API risks.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Results are hard for developers to interpret without a clear score.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Vulnerabilities such as BOLA / IDOR often go undetected before deployment.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tool imports REST API endpoints from specifications or collections.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Automated tests check for broken authentication, BOLA / IDOR, excessive data exposure, rate limiting and injection.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Tests follow the OWASP API Security Top 10.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Each API receives a security score based on findings and their severity.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detailed report gives developers clear recommendations before deployment.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Map OWASP API Security Top 10 risks to payment API scenarios.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Endpoint Discovery: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endpoints from OpenAPI specifications or Postman collections.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 Generation: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test requests for each vulnerability category.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Authentication Tests: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Check weak tokens, missing authentication and session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Authorisation Tests: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BOLA / IDOR by manipulating object identifiers.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Exposure &amp; Rate Tests: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excessive data exposure, missing rate limits and injection.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Scoring &amp; Reporting: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Compute a security score and generate recommendations.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Validation: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Test the tool on deliberately vulnerable APIs such as VAmPI and OWASP crAPI.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Network: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Local / test network for API scanning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HTTP Testing: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Requests, httpx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API Specs: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OpenAPI / Swagger parser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Test Targets: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VAmPI, OWASP crAPI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Streamlit dashboard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Reports: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ReportLab / Jinja2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tool automates API security testing for payment applications.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OWASP-guided checks detect critical vulnerabilities before deployment.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security score and clear recommendations make results actionable for developers.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offers a simple, low-cost alternative to expensive professional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