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600" b="1" dirty="0">
                <a:solidFill>
                  <a:schemeClr val="accent2"/>
                </a:solidFill>
                <a:latin typeface="Copperplate Gothic Bold" pitchFamily="34" charset="0"/>
              </a:rPr>
              <a:t>IOT-DRIVEN MOBILE NETWORK DETECTION AND COMPLAINT AUTOMATION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3258423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3258423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1 MAIDAM RISHI KUMAR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23K91A67A4</a:t>
            </a:r>
          </a:p>
          <a:p>
            <a:pPr algn="l">
              <a:tabLst>
                <a:tab pos="3258423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2 KATKAM SAITEJA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23K91A6785</a:t>
            </a:r>
          </a:p>
          <a:p>
            <a:pPr algn="l">
              <a:tabLst>
                <a:tab pos="3258423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3 KAMBHAMPATI VASUDEVARA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23K91A6777</a:t>
            </a:r>
          </a:p>
          <a:p>
            <a:pPr algn="l">
              <a:tabLst>
                <a:tab pos="3258423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4 MULAKA VENKATA SASHANKAR REDDY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23K91A67C0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MRS.M.SAROJINI RANI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Mobile connectivity is essential for communication, education, digital payments and emergency services.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Weak signals, call drops and slow internet remain common, especially in rural and underserved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ESP32-based IoT device continuously collects network signal information such as RSSI, with GPS used for location tagging.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Measurements are sent through MQTT / HTTP to a Python AI service that classifies weak and strong zones and suggests better-signal locations.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Spring Boot automates complaint registration, stores complaint history in PostgreSQL and manages complaint status.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objective is to move from manual, reactive reporting to continuous monitoring and automated network issue management.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Mobile connectivity is essential, yet weak signals, call drops and unresolved complaints persist in rural and semi-urban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Traditional approaches depend on users noticing a problem and registering a complaint manually, which delays resolution.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uses ESP32 / Raspberry Pi modules, GSM sensors and smartphone APIs to verify 2G-5G signals and classify zones using GPS.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models such as Gaussian Process Regression and Random Forest classify signal zones, and complaints are auto-registered via SMS gateways or REST APIs.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Offline-first operation and a complaint lifecycle dashboard provide resilience and transparency from detection to resolution.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notice poor signal themselves and report it through customer-care calls, apps or portals.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Operators run periodic drive tests to measure coverage.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studies predict signal strength using models such as Gaussian Process Regression and Random Forest.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Complaints are tracked separately from actual network measurements.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continuous, real-time network quality monitoring.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must manually identify and report weak or dead zones.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Complaint information may be incomplete or inaccurate.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automatic weak / strong signal-zone classification.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location-aware recommendation of nearby better-signal areas.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end-to-end visibility of complaint status and coverage conditions.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ESP32 acts as the IoT sensing node, collecting RSSI and related measurements through built-in Wi-Fi / Bluetooth.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optional GPS module such as NEO-6M adds geographic coordinates to each observation.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Python FastAPI AI microservice classifies signal zones and suggests relocation.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Spring Boot backend automatically raises complaints for weak or dead zones and manages their lifecycle in PostgreSQL.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React dashboard shows coverage heatmaps, complaint status and recommended locations, with offline-first operation.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Problem Identification: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Identify weak signal zones and automate the complaint registration process.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Collect RSSI, SINR, latency and GPS data using ESP32 and Android APIs.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Classification: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ML to classify signal zones as Strong, Weak or Dead and recommend nearby strong areas.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Backend System: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Manage complaints from registration to resolution and store data securely.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Mobile Application: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Display signal strength, provide location guidance and track complaints.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Cloud Deployment: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Deploy the system using Supabase / AWS with Docker for scalability.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Integration Workflow: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Connect IoT / Android, AI, backend, database and mobile app for seamless operation.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Validate the system through unit, integration, field and user acceptance testing.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Development Machine: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i5, 8 GB RAM or more, 50 GB free space, Windows 10/11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IoT Hardware: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ESP32 for signal data, GPS module for location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Power Supply: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USB or battery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Smartphone: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Android 10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SIM: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4G / 5G SIM for real-time signal testing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AI Service: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 + FastAPI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Java + Spring Boot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PyTorch / TensorFlow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PostgreSQL / Supabase, SQLite (offline storage)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Mobile: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Android Studio, Google Maps SDK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Deployment: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Docker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provides an end-to-end approach to mobile connectivity problems, from detection to complaint resolution.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ESP32 enables low-cost signal data collection, while GPS adds geographic context.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services turn measurements into signal-zone classifications and relocation recommendations, and Spring Boot automates the complaint lifecycle.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Future scope includes multi-operator measurements, predictive dead-zone detection and real-time telecom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