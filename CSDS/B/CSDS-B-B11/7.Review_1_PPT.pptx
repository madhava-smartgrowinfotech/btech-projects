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300" b="1" dirty="0">
                <a:solidFill>
                  <a:schemeClr val="accent2"/>
                </a:solidFill>
                <a:latin typeface="Copperplate Gothic Bold" pitchFamily="34" charset="0"/>
              </a:rPr>
              <a:t>SMART DIET PLANNER: AN AI-POWERED WEB APPLICATION FOR PERSONALIZED NUTRITION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802711" algn="l"/>
              </a:tabLst>
            </a:pP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802711" algn="l"/>
              </a:tabLst>
            </a:pP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1 NAGAPURI VINAY KUMAR</a:t>
            </a: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	23K91A67C2</a:t>
            </a:r>
          </a:p>
          <a:p>
            <a:pPr algn="l">
              <a:tabLst>
                <a:tab pos="2802711" algn="l"/>
              </a:tabLst>
            </a:pP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2 MANCHALA AKSHITH VARMA</a:t>
            </a: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	23K91A67B1</a:t>
            </a:r>
          </a:p>
          <a:p>
            <a:pPr algn="l">
              <a:tabLst>
                <a:tab pos="2802711" algn="l"/>
              </a:tabLst>
            </a:pP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3 KARNATI PRAVEEN REDDY</a:t>
            </a: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	23K91A6782</a:t>
            </a:r>
          </a:p>
          <a:p>
            <a:pPr algn="l">
              <a:tabLst>
                <a:tab pos="2802711" algn="l"/>
              </a:tabLst>
            </a:pP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4 KORRA RAHUL</a:t>
            </a: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	23K91A6795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B11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MRS.T.ANUSHA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Healthy eating is essential for preventing lifestyle diseases.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Busy routines and irregular eating habits make balanced nutrition difficult.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Online diet information is abundant but generic and often conflicting.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Nutritional needs vary with age, body measurements, activity, health conditions and goals.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 can combine these factors to generate personalised meal plans.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builds the Smart Diet Planner, an AI-powered web application for personalised nutrition management.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Busy lifestyles and conflicting online information make healthy eating difficult.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Most people find it hard to choose meals suited to their age, health condition and fitness goals.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Smart Diet Planner uses AI to generate meal plans from age, gender, height, weight, activity level, preferences and goals.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Users calculate daily calorie needs, track nutritional intake and monitor progress.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Recommendations take dietary restrictions, food allergies and medical conditions into account.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Printed diet charts that give the same plan to everyone.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Calorie-counting apps that track intake without planning meals.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Consultations with dietitians, which are costly and not always accessible.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Generic online meal plans and fitness blogs.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Diet charts ignore individual needs and goals.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Calorie trackers do not recommend balanced meals.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Allergies and medical conditions are often ignored.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Professional nutrition advice is costly.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Users struggle to track progress and stay consistent.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Users create profiles with age, gender, height, weight, activity level, preferences and goals.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calculates BMI, BMR and daily calorie requirements.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 generates balanced meal plans for weight loss, weight gain or maintenance.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Recommendations respect dietary restrictions, allergies and medical conditions.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Users track intake and progress through dashboards.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Requirement Analysis: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Define user profile fields, goals and health constraints.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Food Dataset: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Build a food and nutrient database with calories and macronutrients.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Calorie Calculation: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Compute BMI, BMR and daily calorie needs from profile data.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Recommendation Model: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Generate meal plans using ML and rule-based filtering on nutrients and preferences.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Constraint Handling: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Exclude foods that conflict with allergies, restrictions or conditions.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Progress Tracking: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Record intake and weight to adapt recommendations.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Web Application: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Build profile, planner and dashboard pages.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Testing: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Evaluate plans against nutritional targets and user feedback.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8 GB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10 GB free space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Language: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Machine Learning: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scikit-learn, pandas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Flask / Django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Frontend: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HTML, CSS, JavaScript / React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MySQL / SQLite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Dataset: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USDA / Indian food nutrient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Smart Diet Planner turns personal data into balanced, personalised meal plans.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Allergies, restrictions and medical conditions are respected automatically.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Progress tracking helps users build healthy habits over time.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 makes nutrition planning simple, accurate and accessible for everyone.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