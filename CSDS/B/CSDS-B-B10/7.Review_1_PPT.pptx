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050" b="1" dirty="0">
                <a:solidFill>
                  <a:schemeClr val="accent2"/>
                </a:solidFill>
                <a:latin typeface="Copperplate Gothic Bold" pitchFamily="34" charset="0"/>
              </a:rPr>
              <a:t>HYBRID CHAOTIC LIGHTWEIGHT IMAGE ENCRYPTION FOR SECURE UAV TRANSMISSION: WAVELET AND XOR-DIFFUSION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828131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828131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1 NALLA NIKHILESHWAR REDDY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23K91A67C5</a:t>
            </a:r>
          </a:p>
          <a:p>
            <a:pPr algn="l">
              <a:tabLst>
                <a:tab pos="2828131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2 KASTURI SRIMUKHI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24K95A6707</a:t>
            </a:r>
          </a:p>
          <a:p>
            <a:pPr algn="l">
              <a:tabLst>
                <a:tab pos="2828131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3 GUNJULURI SHAILAJA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23K91A6771</a:t>
            </a:r>
          </a:p>
          <a:p>
            <a:pPr algn="l">
              <a:tabLst>
                <a:tab pos="2828131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4 MOKKA PHANEENDHAR GOUD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23K91A67B8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DR.M.SANDHYA RANI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UAVs capture and transmit sensitive images for surveillance, mapping, agriculture and defence.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Images sent over wireless channels can be intercepted, altered or accessed without authorisation.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 data has high redundancy and strong pixel correlation, which weakens conventional ciphers.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Standard ciphers such as AES are secure but can be too slow for real-time transmission on limited hardware.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Chaotic maps generate highly random, key-sensitive sequences that suit lightweight image encryption.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 hybrid chaotic, lightweight image encryption scheme using DWT and XOR diffusion for secure UAV transmission.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UAV images sent over wireless links are vulnerable to interception, modification, statistical attacks and differential attacks.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Strong encryption methods are often too computationally heavy for real-time image transmission.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decomposes images with the Discrete Wavelet Transform and generates unpredictable keys with a chaotic map.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XOR-based diffusion encrypts pixels, reducing correlation and resisting brute-force, statistical and differential attacks.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Security and speed are evaluated with entropy, histograms, correlation, NPCR, UACI, PSNR, MSE, key sensitivity and encryption time.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Standard block ciphers such as AES and DES applied to image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Single chaotic-map encryption schemes such as logistic-map ciphers.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Multi-chaos image encryption for IoT devices.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Transform-domain encryption using DCT or DWT.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Standard ciphers are computationally heavy for real-time UAV links.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Single chaotic maps have small key spaces and known weaknesses.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Some schemes leave residual pixel correlation.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methods are not evaluated for encryption speed.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Frequency-domain and chaotic methods are rarely combined.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input image is decomposed into frequency sub-bands using the Discrete Wavelet Transform.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chaotic map generates unpredictable keys that are highly sensitive to initial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XOR-based diffusion encrypts pixels to reduce correlation.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scheme is purely software-based and lightweight enough for real-time transmission.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Security is verified using entropy, histogram, correlation, NPCR, UACI, PSNR, MSE and key sensitivity.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Image Acquisition: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Collect standard test images and UAV aerial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Convert images to a fixed size and format.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DWT Decomposition: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Decompose images into approximation and detail sub-bands.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Chaotic Key Generation: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key streams using a chaotic map with secret initial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XOR Diffusion: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Encrypt pixel values by XOR with the chaotic key stream.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Decryption: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Reverse the process to recover the original image.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Security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entropy, histogram, correlation, NPCR, UACI and key sensitivity.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Performance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PSNR, MSE and encryption and decryption time.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Libraries: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NumPy, OpenCV, PyWavelets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Analysis: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Matplotlib, scikit-image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Interface: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Tkinter / Streamlit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Jupyter Notebook, VS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scheme secures UAV images with lightweight, software-only encryption.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DWT and chaotic keys provide a large key space and strong key sensitivity.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XOR diffusion lowers pixel correlation and resists statistical and differential attacks.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Low encryption time makes the scheme suitable for real-time transmission.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