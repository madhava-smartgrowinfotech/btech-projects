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383" r:id="rId6"/>
    <p:sldId id="390" r:id="rId7"/>
    <p:sldId id="392" r:id="rId8"/>
    <p:sldId id="393" r:id="rId9"/>
    <p:sldId id="394" r:id="rId10"/>
    <p:sldId id="384" r:id="rId11"/>
    <p:sldId id="3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E59"/>
    <a:srgbClr val="EA6826"/>
    <a:srgbClr val="F3A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30" autoAdjust="0"/>
  </p:normalViewPr>
  <p:slideViewPr>
    <p:cSldViewPr snapToGrid="0">
      <p:cViewPr varScale="1">
        <p:scale>
          <a:sx n="100" d="100"/>
          <a:sy n="100" d="100"/>
        </p:scale>
        <p:origin x="21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91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D0751-2114-4D88-B3CD-A4A7518850E4}" type="datetimeFigureOut">
              <a:rPr lang="en-IN" smtClean="0"/>
              <a:pPr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A07CB-BBA9-4D22-A48E-1DC790A55F7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EAF3-A183-FBB8-5DFE-F998C7DD8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DECE5-9D85-4D5C-14AE-D97C0E0A1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EE3E-B995-B2FF-F955-FC92FA37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8D3B7-3125-8256-CC36-3BCA67319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042E9-46BD-C05A-83DF-C6614E4E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8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2945-42E0-A07A-0B6E-6EDAA1E8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9477-6E0C-B959-02C0-DAA3883EA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041CF-6755-E404-A7EF-77F34105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53BD7-84D6-736E-96E2-CD694E6E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B374A-CEAB-9F7D-7564-9C7CE16B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0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3B62-581C-DBAD-2CB0-14534C37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E597A-4A9F-F52F-33CF-BA9B36629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87F3F-892B-7234-B6A1-2ECFB4E1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6F1E2-5E90-D885-E2AC-2CC7700F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39882-48CA-1F9F-2953-F8F8F9ED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1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EBD1-54F3-609B-1C93-AE447401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EB13-B4F9-51ED-B12A-647E29C78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B1517-E5A2-0E03-3306-7B063FCE7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67CE7-4EC3-8D08-EDF1-11438E27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1F0B4-9EAB-799E-DA38-E6CDCCD7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14C14-4A90-B2B8-AF68-8BA7D933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7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0D8C-664D-30F3-4803-F12E0BF5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7889-E05F-A6DF-0DC4-326559CA5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E1E3C-5290-802D-8EF3-5F3212A6E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A1C86-A533-B490-144E-26FF632AC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0FFAA-1ADA-8B64-A13D-ECF896B69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AD25C-CA7A-B139-5333-A3678075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3E1BF-3DC0-EF03-1BE7-3F533D9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E0924-B3F0-8CE6-145D-A77F262F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CA94-6623-4BC4-F39D-66DCD197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57359-8E8E-7129-54E5-D0BADB8D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C5C0C-6B3B-FAE5-58F6-33BE5069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46F30-A1E8-8144-DD72-3472F157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5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142CE-9A7E-0B50-2E75-A90CE8A9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4C564-8346-9BF3-6B5A-187BD4B1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BCA53-C6C0-68E6-8677-35F1AB7E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8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5354-C887-EEA6-1E1D-B7C92A34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8700-398D-8758-EC69-A070E80DF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C1F47-DB1F-C9E4-8339-99508A156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1EA2-907E-4750-E7CE-E5177EFF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591AE-A32B-9B2A-89BE-32841235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A3ED1-EC3F-E6A4-A363-588FEAB5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50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8EBA-E560-FAB9-DAAE-7CFA8129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E3AFE-48AF-7A59-366F-04260E7F3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870FA-C759-68D3-1500-9250A3573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39ED6-85BE-D0AE-BBB1-BC9D0A3F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70505-D1E8-3EAA-494D-F9007DA9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7C53-7AF0-CBBC-E9CD-4A327484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7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3509-0D44-D568-F6CB-9039AD09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5E5BB-32D4-1D45-8D54-D9C8DCBE9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FDC30-09A1-F170-22C7-0CC63521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CBF2C-8B0E-B74F-94E1-CE5A23CA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C14B-27DE-DFD1-20DC-A3ADA16E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9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71C75-B4FC-09D3-14B6-70821A1E5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6F21E-BDF3-F6F8-C4E4-FF0A5269B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49D4E-85BB-92DE-7195-775D7C94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5B19-2814-6CF2-5C46-F3A6022CB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EF581-31A0-D1E0-8180-469869F4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5BCD3-5517-F7B0-4C7F-E6F3B8E2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BF315-7B47-F19A-A964-36953D117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6B83-D229-EDD7-3C32-A5DD05579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3F2FC-E17C-4CA2-9375-7A001C262B85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F250E-391A-32BD-417C-09D641C02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E7E6-0B78-2179-510C-B1F5DFB18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B85D0-E2A7-442A-9EAC-4412B270D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7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white background with black and white clouds">
            <a:extLst>
              <a:ext uri="{FF2B5EF4-FFF2-40B4-BE49-F238E27FC236}">
                <a16:creationId xmlns:a16="http://schemas.microsoft.com/office/drawing/2014/main" id="{E0B1AAB0-B5F5-4E03-02D6-1DB064DEE6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E3B4784B-1D59-C345-419E-CD0FCB0F8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85BCF9B7-1595-C668-99E5-45E0E9784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1CA86EFB-CA71-0A13-33E0-384CD40A8F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FA7CB81B-C8CA-84D3-8422-0666B831BC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71557D9-781E-D2E2-F550-471833522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TOPIC NAME</a:t>
            </a: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EF911901-54D2-24CF-4303-94BA875AA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8" y="1285875"/>
            <a:ext cx="942975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7429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16002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20574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None/>
              <a:defRPr/>
            </a:pPr>
            <a:r>
              <a:rPr lang="en-US" altLang="en-US" sz="24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 </a:t>
            </a:r>
            <a:endParaRPr lang="en-US" altLang="en-US" sz="2800" b="1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+mn-cs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2AB77BED-BB4A-559B-89EF-38B1E9603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1714500"/>
            <a:ext cx="27432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7429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11430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16002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20574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Pct val="150000"/>
              <a:buFontTx/>
              <a:buNone/>
              <a:defRPr/>
            </a:pPr>
            <a:r>
              <a:rPr lang="en-US" altLang="en-US" sz="20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on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B1BFF2-4F7E-BECD-07D2-50E522824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2713038"/>
            <a:ext cx="9134475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ts val="600"/>
              </a:spcAft>
            </a:pPr>
            <a:r>
              <a:rPr lang="en-US" altLang="en-US" sz="2000" i="1" dirty="0">
                <a:solidFill>
                  <a:srgbClr val="10253F"/>
                </a:solidFill>
                <a:latin typeface="Bookman Old Style" panose="02050604050505020204" pitchFamily="18" charset="0"/>
              </a:rPr>
              <a:t>Presented By</a:t>
            </a:r>
          </a:p>
          <a:p>
            <a:pPr algn="ctr" eaLnBrk="1" hangingPunct="1">
              <a:spcAft>
                <a:spcPts val="600"/>
              </a:spcAft>
            </a:pPr>
            <a:r>
              <a:rPr lang="en-US" altLang="en-US" sz="2000" b="1" dirty="0">
                <a:solidFill>
                  <a:srgbClr val="6325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				Roll No</a:t>
            </a:r>
          </a:p>
          <a:p>
            <a:pPr algn="ctr" eaLnBrk="1" hangingPunct="1">
              <a:spcAft>
                <a:spcPts val="600"/>
              </a:spcAft>
            </a:pPr>
            <a:r>
              <a:rPr lang="en-US" altLang="en-US" sz="2000" b="1" dirty="0">
                <a:solidFill>
                  <a:srgbClr val="6325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				Roll No</a:t>
            </a:r>
          </a:p>
          <a:p>
            <a:pPr algn="ctr" eaLnBrk="1" hangingPunct="1">
              <a:spcAft>
                <a:spcPts val="600"/>
              </a:spcAft>
            </a:pPr>
            <a:r>
              <a:rPr lang="en-US" altLang="en-US" sz="2000" b="1" dirty="0">
                <a:solidFill>
                  <a:srgbClr val="6325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				Roll No</a:t>
            </a:r>
          </a:p>
          <a:p>
            <a:pPr algn="ctr">
              <a:spcAft>
                <a:spcPts val="600"/>
              </a:spcAft>
            </a:pPr>
            <a:r>
              <a:rPr lang="en-US" altLang="en-US" sz="2000" b="1" dirty="0">
                <a:solidFill>
                  <a:srgbClr val="6325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				Roll No</a:t>
            </a:r>
          </a:p>
          <a:p>
            <a:pPr algn="ctr" eaLnBrk="1" hangingPunct="1">
              <a:spcAft>
                <a:spcPts val="600"/>
              </a:spcAft>
            </a:pPr>
            <a:endParaRPr lang="en-US" altLang="en-US" sz="2000" b="1" dirty="0">
              <a:solidFill>
                <a:srgbClr val="632523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Aft>
                <a:spcPts val="600"/>
              </a:spcAft>
            </a:pPr>
            <a:endParaRPr lang="en-US" altLang="en-US" sz="1400" dirty="0">
              <a:solidFill>
                <a:srgbClr val="10253F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2731B16B-276D-2B43-CC76-93FF96542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4750023"/>
            <a:ext cx="7312025" cy="1369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Aft>
                <a:spcPts val="600"/>
              </a:spcAft>
              <a:defRPr/>
            </a:pPr>
            <a:endParaRPr lang="en-US" sz="2000" i="1" dirty="0">
              <a:solidFill>
                <a:schemeClr val="tx2">
                  <a:lumMod val="50000"/>
                </a:schemeClr>
              </a:solidFill>
              <a:latin typeface="Bookman Old Style" pitchFamily="18" charset="0"/>
              <a:cs typeface="Arial" charset="0"/>
            </a:endParaRPr>
          </a:p>
          <a:p>
            <a:pPr algn="ctr" eaLnBrk="1" hangingPunct="1">
              <a:spcAft>
                <a:spcPts val="600"/>
              </a:spcAft>
              <a:defRPr/>
            </a:pPr>
            <a:r>
              <a:rPr lang="en-US" sz="1600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 eaLnBrk="1" hangingPunct="1">
              <a:spcAft>
                <a:spcPts val="600"/>
              </a:spcAft>
              <a:defRPr/>
            </a:pPr>
            <a:r>
              <a:rPr lang="es-ES" altLang="en-US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</a:p>
          <a:p>
            <a:pPr algn="ctr" eaLnBrk="1" hangingPunct="1">
              <a:spcAft>
                <a:spcPts val="600"/>
              </a:spcAft>
              <a:defRPr/>
            </a:pPr>
            <a:r>
              <a:rPr lang="en-US" altLang="en-US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Assistant/Associate /Professor, Dept .of ECE, TKR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3D53C6-3D26-572E-AE23-F0DEC575D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244" y="410291"/>
            <a:ext cx="5066704" cy="50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1A5A3-A331-A83C-4888-1C5A73A34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84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CBEE-2F4F-71CA-F941-DC9D63C1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63B4820E-53EF-79A2-AF06-EFB1C76C0B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764AC28A-BAA1-7A0F-1502-5CD89A04E8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DAE4B889-7E42-E0BA-48E5-20FD3A6CE6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0D21D269-90CE-A5C3-9969-D2C4A3DD0F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E036347-7B18-6766-9AA3-EE85EA782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41FE7-F7BC-F572-D24E-027B00063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DA86AC-6AB9-81AE-D8D3-7F5A249B8DF9}"/>
              </a:ext>
            </a:extLst>
          </p:cNvPr>
          <p:cNvSpPr txBox="1"/>
          <p:nvPr/>
        </p:nvSpPr>
        <p:spPr>
          <a:xfrm>
            <a:off x="2570848" y="1177866"/>
            <a:ext cx="609702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LITERATURE SURVEY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PROBLEM STATEMENT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6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1BF3-E6D1-C023-5A9A-D1125381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BEB2DB76-004D-64E1-40B1-997AC9FA2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C5C49668-1728-021D-7B2A-409EFB75B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272951BC-683A-5832-7EA8-FE7CFFA6E9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2A00ACFE-E6A2-6E91-D28E-5317698864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539031D-994F-1D02-51A5-3C134C2C2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90A20B-045A-B55E-9044-B1CB12195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966C-8294-7FB8-4AF7-FDD5F12B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B6516264-5858-1030-1028-4D6D08D68C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1268033D-F89B-F026-88F0-4E2A6E00C6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3426FA0F-847D-F649-FCD0-1586D97B73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22748F9B-CC26-E583-3236-4592555F01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7F7D014-4BA2-A8CB-E2B4-AD4019E508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D029B-620D-32F3-E739-7153A7044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3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8C43-774C-27DC-2228-A4D0A01A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8CFA77B5-9790-DAAE-91F6-8FFCD69D43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94ED25BC-7381-CAB0-10C9-8388E6B9A2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B0B72ABD-F5DB-860C-736A-AAB77878ED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F3E944F5-CEC8-0865-B914-CB103BE753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231BD6F-2495-91EB-505F-EA9ED24498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D1846C-10F4-4E14-EE60-988556268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87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82EF-6221-3BB0-5040-4666119C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1560D6D2-DA22-EBDF-304F-C8A421D84D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655358E4-D89D-93F0-473B-A506EBB4B4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F6EBD074-6B56-8259-4662-CAA4E4FDE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452011EE-C2E4-6809-EC01-738B88A31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92A2D69-D568-B1C6-DC72-8355E2C4BC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3E7E7-505C-9AC4-41FE-BFE54A7E9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2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C622-38D3-50E9-6643-705DE550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92F2D298-80C7-D362-FF2C-4121D3838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226636E4-0019-D99D-3347-7F57F9F0CE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5B0CEDD6-64DD-781C-7771-2D3AC405C9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08409DB7-A08D-C500-BA65-864126EF11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03E9B55-9D99-EBEF-85E3-43516CDD08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24495-04FB-8B90-F660-31FA92CE6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3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3159-CBB3-3C61-8422-7EE9B59E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BF1971EE-F6C7-24D2-21B2-61E245F0BA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366108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2D0C8823-FEF5-A0BA-4A22-080C517FFE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145327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2F92026F-D464-8AE9-7C87-AFCC85EAEB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387600" y="355600"/>
            <a:ext cx="366496" cy="600420"/>
          </a:xfrm>
          <a:prstGeom prst="chevron">
            <a:avLst/>
          </a:prstGeom>
          <a:gradFill flip="none" rotWithShape="1"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0283F97C-BA2F-5159-E294-A0AA6B03E8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600000">
            <a:off x="2157392" y="355600"/>
            <a:ext cx="366496" cy="600420"/>
          </a:xfrm>
          <a:prstGeom prst="chevron">
            <a:avLst/>
          </a:prstGeom>
          <a:gradFill>
            <a:gsLst>
              <a:gs pos="100000">
                <a:srgbClr val="F3A440"/>
              </a:gs>
              <a:gs pos="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0D0F8E0-EBC5-6D0F-2C9F-702C228A05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7467" y="355598"/>
            <a:ext cx="8663132" cy="600421"/>
          </a:xfrm>
          <a:custGeom>
            <a:avLst/>
            <a:gdLst>
              <a:gd name="csX0" fmla="*/ 183248 w 8663132"/>
              <a:gd name="csY0" fmla="*/ 600421 h 600421"/>
              <a:gd name="csX1" fmla="*/ 0 w 8663132"/>
              <a:gd name="csY1" fmla="*/ 600421 h 600421"/>
              <a:gd name="csX2" fmla="*/ 183248 w 8663132"/>
              <a:gd name="csY2" fmla="*/ 300211 h 600421"/>
              <a:gd name="csX3" fmla="*/ 0 w 8663132"/>
              <a:gd name="csY3" fmla="*/ 1 h 600421"/>
              <a:gd name="csX4" fmla="*/ 183248 w 8663132"/>
              <a:gd name="csY4" fmla="*/ 1 h 600421"/>
              <a:gd name="csX5" fmla="*/ 184293 w 8663132"/>
              <a:gd name="csY5" fmla="*/ 1713 h 600421"/>
              <a:gd name="csX6" fmla="*/ 184293 w 8663132"/>
              <a:gd name="csY6" fmla="*/ 0 h 600421"/>
              <a:gd name="csX7" fmla="*/ 8479884 w 8663132"/>
              <a:gd name="csY7" fmla="*/ 0 h 600421"/>
              <a:gd name="csX8" fmla="*/ 8479884 w 8663132"/>
              <a:gd name="csY8" fmla="*/ 0 h 600421"/>
              <a:gd name="csX9" fmla="*/ 8663132 w 8663132"/>
              <a:gd name="csY9" fmla="*/ 0 h 600421"/>
              <a:gd name="csX10" fmla="*/ 8479884 w 8663132"/>
              <a:gd name="csY10" fmla="*/ 300210 h 600421"/>
              <a:gd name="csX11" fmla="*/ 8479884 w 8663132"/>
              <a:gd name="csY11" fmla="*/ 300210 h 600421"/>
              <a:gd name="csX12" fmla="*/ 8663132 w 8663132"/>
              <a:gd name="csY12" fmla="*/ 600420 h 600421"/>
              <a:gd name="csX13" fmla="*/ 8479884 w 8663132"/>
              <a:gd name="csY13" fmla="*/ 600420 h 600421"/>
              <a:gd name="csX14" fmla="*/ 8479884 w 8663132"/>
              <a:gd name="csY14" fmla="*/ 600420 h 600421"/>
              <a:gd name="csX15" fmla="*/ 184293 w 8663132"/>
              <a:gd name="csY15" fmla="*/ 600420 h 600421"/>
              <a:gd name="csX16" fmla="*/ 184293 w 8663132"/>
              <a:gd name="csY16" fmla="*/ 598709 h 600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8663132" h="600421">
                <a:moveTo>
                  <a:pt x="183248" y="600421"/>
                </a:moveTo>
                <a:lnTo>
                  <a:pt x="0" y="600421"/>
                </a:lnTo>
                <a:lnTo>
                  <a:pt x="183248" y="300211"/>
                </a:lnTo>
                <a:lnTo>
                  <a:pt x="0" y="1"/>
                </a:lnTo>
                <a:lnTo>
                  <a:pt x="183248" y="1"/>
                </a:lnTo>
                <a:lnTo>
                  <a:pt x="184293" y="1713"/>
                </a:lnTo>
                <a:lnTo>
                  <a:pt x="184293" y="0"/>
                </a:lnTo>
                <a:lnTo>
                  <a:pt x="8479884" y="0"/>
                </a:lnTo>
                <a:lnTo>
                  <a:pt x="8479884" y="0"/>
                </a:lnTo>
                <a:lnTo>
                  <a:pt x="8663132" y="0"/>
                </a:lnTo>
                <a:lnTo>
                  <a:pt x="8479884" y="300210"/>
                </a:lnTo>
                <a:lnTo>
                  <a:pt x="8479884" y="300210"/>
                </a:lnTo>
                <a:lnTo>
                  <a:pt x="8663132" y="600420"/>
                </a:lnTo>
                <a:lnTo>
                  <a:pt x="8479884" y="600420"/>
                </a:lnTo>
                <a:lnTo>
                  <a:pt x="8479884" y="600420"/>
                </a:lnTo>
                <a:lnTo>
                  <a:pt x="184293" y="600420"/>
                </a:lnTo>
                <a:lnTo>
                  <a:pt x="184293" y="598709"/>
                </a:lnTo>
                <a:close/>
              </a:path>
            </a:pathLst>
          </a:custGeom>
          <a:gradFill>
            <a:gsLst>
              <a:gs pos="80000">
                <a:srgbClr val="EA6826"/>
              </a:gs>
              <a:gs pos="100000">
                <a:srgbClr val="F3A440"/>
              </a:gs>
              <a:gs pos="0">
                <a:srgbClr val="F3A440"/>
              </a:gs>
              <a:gs pos="20000">
                <a:srgbClr val="EA682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  <a:p>
            <a:pPr algn="ctr"/>
            <a:endParaRPr lang="en-US" sz="2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9043E-AED5-2860-53FD-F4727CD7B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" y="203505"/>
            <a:ext cx="714412" cy="7525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C78BE6-ABEC-DD01-ECB4-7D770BAD3739}"/>
              </a:ext>
            </a:extLst>
          </p:cNvPr>
          <p:cNvSpPr txBox="1">
            <a:spLocks/>
          </p:cNvSpPr>
          <p:nvPr/>
        </p:nvSpPr>
        <p:spPr>
          <a:xfrm>
            <a:off x="3608505" y="2714625"/>
            <a:ext cx="6773745" cy="92868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IN" sz="4800" b="1" spc="-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+mn-cs"/>
              </a:rPr>
              <a:t>THANK YOU </a:t>
            </a:r>
            <a:endParaRPr lang="en-US" sz="4800" b="1" spc="-1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92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8F068A69C5F946BCF45B8E1BF19F48" ma:contentTypeVersion="4" ma:contentTypeDescription="Create a new document." ma:contentTypeScope="" ma:versionID="d028811f2e5c194da6cf54bac21acd73">
  <xsd:schema xmlns:xsd="http://www.w3.org/2001/XMLSchema" xmlns:xs="http://www.w3.org/2001/XMLSchema" xmlns:p="http://schemas.microsoft.com/office/2006/metadata/properties" xmlns:ns3="efe893c9-7f4d-46a6-ae12-0c302859942a" targetNamespace="http://schemas.microsoft.com/office/2006/metadata/properties" ma:root="true" ma:fieldsID="d97e4ec4ca92902fd2b7a707bd0db55b" ns3:_="">
    <xsd:import namespace="efe893c9-7f4d-46a6-ae12-0c302859942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e893c9-7f4d-46a6-ae12-0c302859942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32A9E9-8B35-410F-A929-7EB48CC25FAD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efe893c9-7f4d-46a6-ae12-0c302859942a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F0CB308-D1A7-4FBD-99AA-DA1E021719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e893c9-7f4d-46a6-ae12-0c30285994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2CD36D-7C44-4BA1-9562-C49E9CC764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55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Bahnschrift</vt:lpstr>
      <vt:lpstr>Bookman Old Style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dss mlritm</dc:creator>
  <cp:lastModifiedBy>admin</cp:lastModifiedBy>
  <cp:revision>449</cp:revision>
  <dcterms:created xsi:type="dcterms:W3CDTF">2025-12-24T04:54:09Z</dcterms:created>
  <dcterms:modified xsi:type="dcterms:W3CDTF">2026-08-27T09:56:04Z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0x010100848F068A69C5F946BCF45B8E1BF19F48</vt:lpwstr>
  </property>
</Properties>
</file>