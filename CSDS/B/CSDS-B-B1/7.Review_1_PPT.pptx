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750" b="1" dirty="0">
                <a:solidFill>
                  <a:schemeClr val="accent2"/>
                </a:solidFill>
                <a:latin typeface="Copperplate Gothic Bold" pitchFamily="34" charset="0"/>
              </a:rPr>
              <a:t>AI POWERED GOVERNMENT DECISION SUPPORT SYSTEM FOR SMART GOVERNANCE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925544" algn="l"/>
              </a:tabLst>
            </a:pP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925544" algn="l"/>
              </a:tabLst>
            </a:pP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1 MALLAVARAPU AMULYA</a:t>
            </a: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	23K91A67A8</a:t>
            </a:r>
          </a:p>
          <a:p>
            <a:pPr algn="l">
              <a:tabLst>
                <a:tab pos="2925544" algn="l"/>
              </a:tabLst>
            </a:pP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2 KORAY PRAMOD KUMAR</a:t>
            </a: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	23K91A6794</a:t>
            </a:r>
          </a:p>
          <a:p>
            <a:pPr algn="l">
              <a:tabLst>
                <a:tab pos="2925544" algn="l"/>
              </a:tabLst>
            </a:pP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3 KAGE KRISHNACHAITANYA KUMAR</a:t>
            </a: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	23K91A6775</a:t>
            </a:r>
          </a:p>
          <a:p>
            <a:pPr algn="l">
              <a:tabLst>
                <a:tab pos="2925544" algn="l"/>
              </a:tabLst>
            </a:pP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4 MOHAMMAD FAZAL</a:t>
            </a:r>
            <a:r>
              <a:rPr lang="en-US" sz="1050" b="1" dirty="0">
                <a:solidFill>
                  <a:srgbClr val="92D050"/>
                </a:solidFill>
                <a:latin typeface="Copperplate Gothic Bold" pitchFamily="34" charset="0"/>
              </a:rPr>
              <a:t>	23K91A67B6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MR.M.AROKIA MUTHU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Digital governance has made it easy for citizens to report civic problems.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Complaint volumes about roads, water, streetlights, garbage and drainage are growing rapidly.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Officers manually read, prioritise and route complaints to departments.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handling delays resolution and wastes resources.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NLP and explainable AI can analyse complaints and recommend actions transparently.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an AI-powered, human-in-the-loop decision support system for smart governance.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Citizen complaints about roads, water leakage, streetlights, garbage, drainage and sanitation are rising with digital governance.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Grievance portals register and track complaints, but officers still analyse, prioritise and route them manually.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uses AI, NLP and Explainable AI to classify complaints, predict priority, recommend the department and estimate resolution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Human-in-the-Loop approach lets officers review explainable recommendations and make the final decision.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platform serves citizens, officers, field staff and administrators with tracking, work assignment and real-time analytics.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Grievance portals and apps for complaint registration and tracking.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Officers manually categorise complaints and assign departments.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Priority is decided by officer judgement or first-come order.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Reports are compiled manually from complaint records.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classification and routing delay resolution.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Urgent issues are not prioritised consistently.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Resolution times are not estimated for planning.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Recommendations, where present, lack explanations.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is little real-time analytics for monitoring performance.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NLP models classify complaints by category and extract key details.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predicts priority and estimates resolution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recommends the responsible department for each complaint.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shows the reasons behind every recommendation, and officers make the final decision.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Role-based modules support citizens, officers, field staff and administrators with real-time analytics.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Gather civic complaint text with categories, departments and resolution times.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Clean and normalise complaint text, including informal language.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Classification: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NLP models to classify complaint categories.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Priority Prediction: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Predict urgency from complaint content and context.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Department Recommendation: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Map each complaint to the responsible department.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Resolution Estimation: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Predict the expected resolution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Explainability &amp; Review: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Show XAI explanations and let officers approve or override.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Provide assignment tracking and real-time analytics for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Network: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Internet access for the web portal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NLP: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Hugging Face Transformers, scikit-learn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SHAP / LIME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Django / FastAPI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React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PostgreSQL / MySQL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automates complaint analysis, prioritisation and routing.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Explainable, human-in-the-loop recommendations keep officers in control.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Resolution-time estimates and analytics support better resource planning.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platform improves governance efficiency, transparency and citizen satisfaction.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