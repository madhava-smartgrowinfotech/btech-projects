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Copperplate Gothic Bold" pitchFamily="34" charset="0"/>
              </a:rPr>
              <a:t>NEXTGEN CALL INTELLIGENCE WITH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844482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844482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1 KOPPU RISHIVARDHAN GOUD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23K91A6793</a:t>
            </a:r>
          </a:p>
          <a:p>
            <a:pPr algn="l">
              <a:tabLst>
                <a:tab pos="2844482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2 MALGI REDDY DIVYA SRI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23K91A67A5</a:t>
            </a:r>
          </a:p>
          <a:p>
            <a:pPr algn="l">
              <a:tabLst>
                <a:tab pos="2844482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3 KANDIKONDA SIDDHARTH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23K91A6779</a:t>
            </a:r>
          </a:p>
          <a:p>
            <a:pPr algn="l">
              <a:tabLst>
                <a:tab pos="2844482" algn="l"/>
              </a:tabLst>
            </a:pP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4 MOHAMMED FAIZAN UDDIN</a:t>
            </a:r>
            <a:r>
              <a:rPr lang="en-US" sz="1200" b="1" dirty="0">
                <a:solidFill>
                  <a:srgbClr val="92D050"/>
                </a:solidFill>
                <a:latin typeface="Copperplate Gothic Bold" pitchFamily="34" charset="0"/>
              </a:rPr>
              <a:t>	23K91A67B7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B17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DR.G.RAVI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Customer-service calls are a key support channel in banking, telecom, healthcare and e-commerce.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Organisations record thousands of calls but review only a small sample manually.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monitoring is slow, inconsistent and delays decisions.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Speech recognition and NLP can convert calls to text and analyse them automatically.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Sentiment and intent analysis reveal customer satisfaction and recurring issues.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NextGen Call Intelligence, an AI system that analyses calls and delivers real-time insights.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Traditional call monitoring requires heavy manual effort and gives little real-time insight.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NextGen Call Intelligence analyses voice conversations automatically using speech-to-text, NLP, ML and sentiment analysis.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converts calls into text, identifies customer emotion and intent, extracts keywords and classifies call topics.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It generates concise call summaries, evaluates agent performance and detects customer issues.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Interactive dashboards provide real-time analytics for support, banking, healthcare, telecom and e-commerce.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Supervisors manually listen to a sample of recorded calls.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Contact-centre software records calls and tracks basic metrics such as duration.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Post-call surveys measure customer satisfaction.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Commercial speech analytics platforms serve large enterprises.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Only a small fraction of calls is reviewed.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Manual review is slow, subjective and costly.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Basic metrics do not capture emotion, intent or issues.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Insights arrive too late for timely action.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Commercial analytics platforms are expensive.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Speech-to-text converts voice calls into transcripts.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NLP identifies intent, extracts keywords and classifies call topics.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Sentiment analysis detects customer emotions during the call.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generates concise call summaries and evaluates agent performance.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Interactive dashboards present real-time call analytics.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Gather sample customer-service call recordings and transcripts.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Speech-to-Text: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Convert audio to text using an ASR model such as Whisper.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Preprocessing: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Clean transcripts and separate the speakers.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Intent &amp; Topic Classification: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NLP models to classify intent and topic.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Sentiment Analysis: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Detect customer emotion through the call.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Summarisation: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concise call summaries.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Agent 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Score agents on resolution, tone and compliance.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Dashboard &amp; 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Visualise analytics and measure transcription and classification accuracy.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i5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8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Optional, for faster speech recognition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20 GB free space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Audio: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Call recordings / microphone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Speech: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OpenAI Whisper / Vosk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NLP: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Hugging Face Transformers, spaCy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Machine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scikit-learn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Dashboard: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Streamlit / Dash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MongoDB / PostgreSQL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system analyses every call automatically instead of a small manual sample.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Sentiment, intent and topic analysis reveal customer needs and issues.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Summaries and agent scores save time and improve service quality.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Real-time dashboards turn call management into data-driven decision-making.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