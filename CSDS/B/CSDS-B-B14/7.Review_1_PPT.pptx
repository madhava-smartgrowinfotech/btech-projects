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300" b="1" dirty="0">
                <a:solidFill>
                  <a:schemeClr val="accent2"/>
                </a:solidFill>
                <a:latin typeface="Copperplate Gothic Bold" pitchFamily="34" charset="0"/>
              </a:rPr>
              <a:t>AQUAVISION: AI-POWERED SMART WATER DISTRIBUTION AND QUALITY INTELLIGENCE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836961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836961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1 MEDIPALLY KAVYA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23K91A67B3</a:t>
            </a:r>
          </a:p>
          <a:p>
            <a:pPr algn="l">
              <a:tabLst>
                <a:tab pos="2836961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2 KETHAVATH SUMATHI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23K91A6788</a:t>
            </a:r>
          </a:p>
          <a:p>
            <a:pPr algn="l">
              <a:tabLst>
                <a:tab pos="2836961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3 KETHIREDDY MANOJ REDDY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23K91A6789</a:t>
            </a:r>
          </a:p>
          <a:p>
            <a:pPr algn="l">
              <a:tabLst>
                <a:tab pos="2836961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4 NALLAGATLA NITHIN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23K91A67C6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 K.MOUNIKA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Safe drinking water is essential for public health.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Rapid urbanisation and ageing pipelines strain water distribution networks.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Leakages and unequal distribution waste water and leave some areas short.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Water quality is often tested manually and infrequently.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Machine learning can predict quality and demand and detect leaks and anomalies from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AquaVision, an AI-powered smart water distribution and quality intelligence platform.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Safe drinking water and efficient distribution are challenged by urbanisation, population growth, ageing pipelines and climate change.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ML approaches mostly predict water quality and overlook distribution, demand, leakage and anomaly detection.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AquaVision combines AI, ML, predictive analytics and interactive visualisation for water resource management.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uses public water-quality data, distribution records, weather and consumption patterns, avoiding expensive IoT infrastructure.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ensemble of Random Forest, XGBoost, Gradient Boosting and Decision Tree predicts quality and demand, while other models detect leaks and anomalies.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laboratory testing of water samples.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IoT sensor networks for real-time water quality monitoring.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ML models that predict water potability from quality parameters.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Distribution managed with fixed schedules and manual inspection.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testing is slow and infrequent.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IoT sensor networks are expensive to deploy widely.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ML studies focus only on quality, not distribution.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Leakages and abnormal consumption are detected late.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There is no integrated decision support for water managers.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Public water-quality datasets, distribution records, weather and consumption data are combined.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ensemble of Random Forest, XGBoost, Gradient Boosting and Decision Tree predicts water quality.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Demand forecasting models predict future water needs.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Additional models detect distribution imbalances, leakages and abnormal consumption.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interactive dashboard supports decisions without heavy IoT infrastructure.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Gather public water-quality, distribution, weather and consumption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Handle missing values, noise and seasonal variation.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Feature Engineering: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Derive quality, usage and temporal features.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Quality Prediction: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an ensemble of Random Forest, XGBoost, Gradient Boosting and Decision Tree.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Demand Forecasting: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Predict future water demand by area and season.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Leak &amp; Anomaly Detection: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Identify pipeline leakage and abnormal consumption patterns.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Dashboard: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Visualise predictions, alerts and recommendations.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accuracy, F1-score, RMSE and detection rate.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scikit-learn, XGBoost, pandas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Time Series: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Prophet / statsmodels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Dashboard: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Dash / Streamlit, Plotly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SQLite / PostgreSQL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Jupyter Notebook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AquaVision predicts water quality and demand from available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Leak and anomaly detection reduce water loss and improve reliability.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software-driven approach keeps the platform affordable for urban and rural areas.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dashboard supports data-driven, sustainable water management.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