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500" b="1" dirty="0">
                <a:solidFill>
                  <a:schemeClr val="accent2"/>
                </a:solidFill>
                <a:latin typeface="Copperplate Gothic Bold" pitchFamily="34" charset="0"/>
              </a:rPr>
              <a:t>AI-ENHANCED PATIENT-CENTRIC UNIFIED HEALTH DATA INTEROPERABILITY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649577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649577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1 KODIDUTI SRUTHI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23K91A6791</a:t>
            </a:r>
          </a:p>
          <a:p>
            <a:pPr algn="l">
              <a:tabLst>
                <a:tab pos="2649577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2 K AKSHEYAA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23K91A6774</a:t>
            </a:r>
          </a:p>
          <a:p>
            <a:pPr algn="l">
              <a:tabLst>
                <a:tab pos="2649577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3 MALLELA NAVYA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23K91A67A9</a:t>
            </a:r>
          </a:p>
          <a:p>
            <a:pPr algn="l">
              <a:tabLst>
                <a:tab pos="2649577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4 KETHAVATH YUVARAJ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24K95A6709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DR. N. KIRANMAI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Healthcare generates large volumes of patient data across diagnosis, treatment, laboratory tests and medication.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data is stored in separate hospital systems that do not share it easily.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When patients visit a new hospital, their previous history is often unavailable.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Fragmented records cause repeated tests, delayed decisions and poor continuity of care.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Standards such as HL7 FHIR make secure, structured exchange between hospitals possible.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 patient-centric unified health record system with FHIR interoperability and an AI health assistant.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Patient data from diagnosis, treatment, lab tests and medication is stored separately across hospitals.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Doctors cannot easily see a patient's complete history, which leads to repeated tests and delayed decisions.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lets hospitals exchange standardised records using HL7 FHIR, with a Master Patient Index locating where records exist.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Authorised retrieval uses secure FHIR REST APIs with authentication and patient consent, and records sync to a unified patient platform.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AI Health Assistant uses Random Forest to predict health risks, explain reports, summarise treatment and send reminders.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Each hospital maintains its own electronic health record system.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Patients carry paper reports and prescriptions between hospitals.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Some regions use health information exchanges for data sharing.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Personal health apps store records that patients upload manually.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Medical records are fragmented across institutions.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Doctors lack a complete patient history at a new hospital.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Repeated diagnostic tests waste time and money.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Patients cannot access their complete records in one place.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exchange focuses on sharing, not on a unified patient-centric record or insights.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Hospitals exchange standardised patient records using HL7 FHIR.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Master Patient Index identifies the hospitals that hold a patient's records.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Secure FHIR REST APIs retrieve records with authentication and patient consent.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After treatment, hospitals sync a FHIR summary to a unified platform while keeping ownership of the originals.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Random Forest AI assistant predicts health risks, explains reports, summarises treatment and sends reminders.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Requirement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Define record types, consent rules and roles for hospitals and patients.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FHIR Modelling: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Represent patient data as FHIR resources such as Patient, Observation and MedicationRequest.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Master Patient Index: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Match and link patient identities across hospitals.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Secure Exchange: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Implement authenticated FHIR REST APIs with consent verification.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Record Synchronisation: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Sync treatment summaries to the unified platform.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AI Assistant: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 Random Forest model for risk prediction and generate report explanations.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Patient App: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a mobile app for history access, reminders and queries.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Validate interoperability, security and prediction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50 GB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Smartphone: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Android device for the patient app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Standards: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HL7 FHIR (HAPI FHIR server)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 (FastAPI) / Java (Spring Boot)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 (Random Forest)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PostgreSQL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Security: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OAuth 2.0 / JWT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App: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Flutter / React Native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gives doctors and patients a complete, unified view of medical history.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FHIR-based exchange with consent keeps sharing secure and standardised.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Hospitals retain ownership of original records while patients gain access to them.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AI assistant turns unified records into risk predictions and personalised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