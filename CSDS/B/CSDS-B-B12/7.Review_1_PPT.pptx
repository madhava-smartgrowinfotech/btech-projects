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750" b="1" dirty="0">
                <a:solidFill>
                  <a:schemeClr val="accent2"/>
                </a:solidFill>
                <a:latin typeface="Copperplate Gothic Bold" pitchFamily="34" charset="0"/>
              </a:rPr>
              <a:t>PULMONARY DISEASE DETECTION USING DEEP LEARNING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922905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922905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1 MALKAJGIRI RAKSHITHA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23K91A67A6</a:t>
            </a:r>
          </a:p>
          <a:p>
            <a:pPr algn="l">
              <a:tabLst>
                <a:tab pos="2922905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2 KATTA SOWMYA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23K91A6786</a:t>
            </a:r>
          </a:p>
          <a:p>
            <a:pPr algn="l">
              <a:tabLst>
                <a:tab pos="2922905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3 GOURABATHUNI SAI VAISHNAVI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23K91A6766</a:t>
            </a:r>
          </a:p>
          <a:p>
            <a:pPr algn="l">
              <a:tabLst>
                <a:tab pos="2922905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4 MUDUSU GOUTHAM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23K91A67B9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 M. PRAVARSHA REDDY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Pulmonary diseases such as pneumonia, tuberculosis and lung cancer cause major illness and death worldwide.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Chest X-rays and CT scans are the main imaging tools for diagnosis.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Reading scans requires expert radiologists, who are scarce in many regions.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can classify lung diseases from medical images with high accuracy.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and clear reports help clinicians and patients trust and understand results.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an explainable deep-learning system for multi-disease pulmonary screening.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Pulmonary diseases are a major cause of illness and death, so early and accurate detection is essential.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detects multiple pulmonary diseases from chest X-ray and CT images using deep learning.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Preprocessing, U-Net lung segmentation and an EfficientNetB0 transfer-learning model classify pneumonia, TB, COVID-19, pneumothorax, effusion, oedema, lung cancer and normal cases.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Grad-CAM highlights the influential regions, with confidence and severity information.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AI assistant explains results, and the multilingual web app generates secure PDF reports.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interpretation of chest X-rays and CT scans by radiologists.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CNN models that detect a single disease such as pneumonia or COVID-19.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Multi-class CT classifiers with explainable heatmaps.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 PACS systems that store images without automated screening.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reading is slow and depends on scarce specialists.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models detect only one disease.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Predictions often lack explanations and severity information.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Reports are technical and available only in English.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 data security is often overlooked in prototypes.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Images are preprocessed with resizing, normalisation, contrast enhancement and noise reduction.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U-Net segmentation isolates the lung region.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EfficientNetB0 transfer learning classifies eight pulmonary conditions and normal cases.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Grad-CAM heatmaps, confidence scores and severity information explain each prediction.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AI assistant and multilingual PDF reports support users, with secure, encrypted storage.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public chest X-ray and CT datasets covering pneumonia, TB, COVID-19 and other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Resize, normalise, enhance contrast and reduce noise.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Lung Segmentation: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U-Net to isolate the lung regions.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Classification: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Fine-tune EfficientNetB0 for multi-class disease classification.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Grad-CAM heatmaps for each prediction.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Severity &amp; Confidence: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Estimate severity and report prediction confidence.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Web Application: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Provide upload, a multilingual AI assistant, PDF reports and secure history.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precision, recall, F1-score and AUC.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16 GB recommended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NVIDIA GPU or Google Colab for training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50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Deep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TensorFlow / Keras, PyTorch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Image Processing: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Grad-CAM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Web App: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Django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Reports &amp; Security: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ReportLab, encryption, cloud storage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screens for multiple pulmonary diseases from X-ray and CT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Segmentation and Grad-CAM make predictions accurate and explainable.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Multilingual reports and an AI assistant improve accessibility for diverse users.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supports clinicians as a preliminary screening tool, not a replacement for professional diagnosis.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