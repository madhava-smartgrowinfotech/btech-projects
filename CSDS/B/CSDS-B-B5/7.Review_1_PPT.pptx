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1950" b="1" dirty="0">
                <a:solidFill>
                  <a:schemeClr val="accent2"/>
                </a:solidFill>
                <a:latin typeface="Copperplate Gothic Bold" pitchFamily="34" charset="0"/>
              </a:rPr>
              <a:t>AI-POWERED REAL-TIME INDIAN SIGN LANGUAGE RECOGNITION AND BIDIRECTIONAL COMMUNICATION SYSTEM WITH LIVE SUBTITLE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3314700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3314700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1 MAMIDALA SAI PRANATHI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23K91A67B0</a:t>
            </a:r>
          </a:p>
          <a:p>
            <a:pPr algn="l">
              <a:tabLst>
                <a:tab pos="3314700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2 JOOKANTI SRAVANTHI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24K95A6706</a:t>
            </a:r>
          </a:p>
          <a:p>
            <a:pPr algn="l">
              <a:tabLst>
                <a:tab pos="3314700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3 KUTHADI SANDEEP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23K91A6798</a:t>
            </a:r>
          </a:p>
          <a:p>
            <a:pPr algn="l">
              <a:tabLst>
                <a:tab pos="3314700" algn="l"/>
              </a:tabLst>
            </a:pP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4 MOHAMMAD ABDUL SHAAZ MOHAMMAD</a:t>
            </a:r>
            <a:r>
              <a:rPr lang="en-US" sz="1000" b="1" dirty="0">
                <a:solidFill>
                  <a:srgbClr val="92D050"/>
                </a:solidFill>
                <a:latin typeface="Copperplate Gothic Bold" pitchFamily="34" charset="0"/>
              </a:rPr>
              <a:t>	23K91A67B5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MRS.K.KIRANMAYEE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Communication barriers between hearing-impaired individuals and the general public remain a significant daily challenge.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interpretation of Indian Sign Language (ISL) requires trained interpreters, who are not always available.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recognition systems often lack real-time performance, bidirectional communication and support for ISL.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AI, deep learning and computer vision enable accurate real-time ISL recognition and speech-to-text conversion.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develops an AI-powered real-time ISL recognition and bidirectional communication system with live subtitles.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translates ISL into text and speech and converts spoken language into live subtitles for inclusive communication.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Communication between hearing-impaired people and the general public is a daily challenge, and ISL interpreters are rarely available.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ISL systems mostly support one-way translation, struggle with continuous sentences and poor lighting, and lack live subtitles.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Live gestures are captured by camera, MediaPipe detects hand landmarks, and a CNN, LSTM or Transformer model classifies each sign with a confidence score.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Recognised signs form sentences that are converted to text and speech, while speech is converted to live subtitles using VOSK or Whisper.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runs offline with low latency and supports edge devices such as Raspberry Pi and Jetson Nano.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systems use AI and deep learning for Indian Sign Language recognition.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They recognise hand gestures and convert them into text or speech.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Commonly used models include CNN, LSTM, MediaPipe and YOLO.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They provide good accuracy but mostly support one-way communication.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Supports only one-way communication.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recognition of continuous sign language sentences.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Accuracy decreases in complex backgrounds and poor lighting.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Lacks real-time live subtitle generation.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support for ISL variations.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computational requirements in many existing models.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AI-powered real-time ISL recognition system built with deep learning and computer vision.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ISL gestures are converted into text and speech instantly.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Spoken language is translated into live subtitles for bidirectional communication.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MediaPipe hand landmarks feed a CNN, LSTM or Transformer model that outputs confidence scores.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provides fast, accurate and user-friendly communication with offline, low-latency operation.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Collect and prepare Indian Sign Language gesture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hand landmarks using MediaPipe and normalise the extracted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Model Training: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deep learning model (CNN / LSTM / Transformer) for gesture recognition.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Real-Time Recognition: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Capture live gestures through a camera and classify them with confidence scores.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Text &amp; Speech Output: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Convert recognised signs into continuous text and speech.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Speech-to-Text: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Capture spoken language through a microphone and convert it into live subtitles.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System Integration: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Integrate all modules into a single real-time bidirectional communication system.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Deployment &amp; 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Optimise for offline / edge deployment and evaluate accuracy, latency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Camera: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HD webcam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Microphone: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Built-in / external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10 GB+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Optional: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Raspberry Pi / Jetson Nano for edge deployment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Operating System: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Windows / Linux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Libraries: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OpenCV, MediaPipe, NumPy, TensorFlow / PyTorch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Speech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VOSK / Whisper, pyttsx3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custom GUI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SQLite (optional)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enables real-time bidirectional communication by converting ISL gestures into text and speech and spoken language into live subtitles.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provides an accessible, reliable and user-friendly way to promote inclusion in education, healthcare, workplaces and public places.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reduces communication barriers through fast, seamless interaction between hearing-impaired and hearing individuals.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AI-based recognition, confidence scoring and edge deployment improve accuracy, reliability and real-time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