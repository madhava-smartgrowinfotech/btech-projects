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Copperplate Gothic Bold" pitchFamily="34" charset="0"/>
              </a:rPr>
              <a:t>AUTOMATIC DETECTION OF HYPERTENSIVE RETINOPATHY USING HAAR WAVELET TRANSFORM AND LENET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382420" algn="l"/>
              </a:tabLst>
            </a:pP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382420" algn="l"/>
              </a:tabLst>
            </a:pP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1 L. PRATHIMA</a:t>
            </a: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	23K91A67A1</a:t>
            </a:r>
          </a:p>
          <a:p>
            <a:pPr algn="l">
              <a:tabLst>
                <a:tab pos="2382420" algn="l"/>
              </a:tabLst>
            </a:pP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2 L. SAI PRANEETH</a:t>
            </a: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	23K91A6799</a:t>
            </a:r>
          </a:p>
          <a:p>
            <a:pPr algn="l">
              <a:tabLst>
                <a:tab pos="2382420" algn="l"/>
              </a:tabLst>
            </a:pP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3 G. YOGISHWAR</a:t>
            </a: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	23K91A6769</a:t>
            </a:r>
          </a:p>
          <a:p>
            <a:pPr algn="l">
              <a:tabLst>
                <a:tab pos="2382420" algn="l"/>
              </a:tabLst>
            </a:pP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4 L. SRI RAM</a:t>
            </a:r>
            <a:r>
              <a:rPr lang="en-US" sz="1650" b="1" dirty="0">
                <a:solidFill>
                  <a:srgbClr val="92D050"/>
                </a:solidFill>
                <a:latin typeface="Copperplate Gothic Bold" pitchFamily="34" charset="0"/>
              </a:rPr>
              <a:t>	23K91A67A0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 S.VENKATA RAMANA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 blood pressure damages the small blood vessels of the retina, causing hypertensive retinopathy.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condition progresses silently in its early stages, so regular screening is essential to prevent vision loss.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screening of fundus images is time-consuming and needs experienced ophthalmologists.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Retinal blood vessels reflect systemic vascular health, linking retinal changes to heart disease risk.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learning with wavelet features can classify fundus images automatically.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combines hypertensive retinopathy detection with heart disease risk prediction for an overall health assessment.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Hypertensive retinopathy is retinal damage caused by high blood pressure; it progresses silently, and manual screening needs experienced ophthalmologists.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detects hypertensive retinopathy from retinal fundus images using Haar Wavelet Transform features and a LeNet CNN.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Fundus images are preprocessed and resized to a uniform size before training and evaluation.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Because retinal vessels reflect systemic vascular health, heart disease risk is also predicted from age, blood pressure, cholesterol and other clinical factors.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 web app gives three outputs: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retinopathy prediction, heart disease risk and a combined risk stage for early diagnosis.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fundus examination by ophthalmologists.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Deep-learning models for retinal screening, mostly focused on diabetic retinopathy.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Separate ML models for heart disease risk prediction.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Blood pressure checks without any retinal assessment.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screening is slow and specialist-dependent.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Most automated retinal models target diabetic retinopathy, not hypertensive retinopathy.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Retinal and cardiovascular risks are assessed separately.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Low contrast in fundus images reduces accuracy.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 is no combined risk stage for overall health.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Fundus images are preprocessed and resized to a uniform size.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Haar Wavelet Transform extracts enhanced vessel and lesion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LeNet CNN classifies hypertensive retinopathy from the wavelet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ML model predicts heart disease risk from clinical parameters.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web app combines both outputs into an overall risk stage.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public fundus datasets with hypertensive retinopathy labels and a heart disease clinical dataset.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Resize, normalise and enhance the fundus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Feature Extraction: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Apply the Haar Wavelet Transform to capture vessel and lesion detail.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Image Classification: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LeNet CNN on the wavelet features to detect hypertensive retinopathy.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Heart Risk Model: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an ML classifier on age, blood pressure, cholesterol and other factors.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Risk Fusion: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Combine both predictions into an overall risk stage.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Web Application: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upload and data-entry pages with result display.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accuracy, precision, recall, F1-score and AUC.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Optional (Google Colab)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Deep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TensorFlow / Keras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Wavelets: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PyWavelets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Image Processing: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OpenCV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Web App: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Streamlit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screens fundus images for hypertensive retinopathy automatically.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Haar wavelet features with a lightweight LeNet CNN keep the model accurate and efficient.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Adding heart disease risk links retinal findings to overall cardiovascular health.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combined risk stage supports early diagnosis and timely medical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