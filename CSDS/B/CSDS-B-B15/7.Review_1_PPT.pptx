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200" b="1" dirty="0">
                <a:solidFill>
                  <a:schemeClr val="accent2"/>
                </a:solidFill>
                <a:latin typeface="Copperplate Gothic Bold" pitchFamily="34" charset="0"/>
              </a:rPr>
              <a:t>AI-DRIVEN DISTRIBUTED OP BOOKING SYSTEM WITH INTELLIGENT DISEASE SEVERITY ANALYSIS AND DYNAMIC QUEUE POSITION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513072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513072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1 G. PRAVEEN KUMAR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23K91A6768</a:t>
            </a:r>
          </a:p>
          <a:p>
            <a:pPr algn="l">
              <a:tabLst>
                <a:tab pos="2513072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2 K. AKSHAYA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23K91A6784</a:t>
            </a:r>
          </a:p>
          <a:p>
            <a:pPr algn="l">
              <a:tabLst>
                <a:tab pos="2513072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3 G. AKSHAYA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23K91A6767</a:t>
            </a:r>
          </a:p>
          <a:p>
            <a:pPr algn="l">
              <a:tabLst>
                <a:tab pos="2513072" algn="l"/>
              </a:tabLst>
            </a:pP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4 N. DHEERAJ KUMAR</a:t>
            </a:r>
            <a:r>
              <a:rPr lang="en-US" sz="1500" b="1" dirty="0">
                <a:solidFill>
                  <a:srgbClr val="92D050"/>
                </a:solidFill>
                <a:latin typeface="Copperplate Gothic Bold" pitchFamily="34" charset="0"/>
              </a:rPr>
              <a:t>	23K91A67C4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 J.ASHWINI REDDY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Outpatient departments handle the largest share of hospital visits.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Patients often wait hours in queues just to register for an OP appointment.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Limited daily slots mean many patients cannot see a doctor the same day.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Critical cases wait in the same queue as mild ones.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can assess symptom severity and match patients to suitable hospitals.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 distributed, AI-driven OP booking system with severity analysis and dynamic queues.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Patients spend hours in OP registration queues, and limited daily slots mean many cannot see a doctor the same day.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lets patients book OP appointments online at hospitals in their district, with daily limits and emergency quotas.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analyses symptoms to classify severity as mild, moderate, severe or critical.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Severity, location, specialty and availability drive dynamic hospital recommendation.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Secure inter-hospital referrals and a dynamic queue module update positions and waiting times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Walk-in OP registration at hospital counters.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appointment portals for individual hospitals.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First-come, first-served token systems.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Referrals between hospitals through paper letters and phone calls.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Long physical queues and overcrowding at registration.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Slots run out, forcing patients to return another day.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Critical cases are not prioritised.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Patients do not know which hospital suits their condition.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Referrals and record sharing between hospitals are slow.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Patients book OP appointments online at hospitals within their district.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Hospitals configure daily OP limits and emergency quotas, with automatic next-day scheduling.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classifies symptom severity as mild, moderate, severe or critical.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Hospitals are recommended by severity, location, specialty and availability.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Secure inter-hospital referrals and dynamic queue positions with estimated waiting times.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Requirement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Define booking rules, daily limits, emergency quotas and user roles.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Symptom Dataset: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Prepare symptom-severity data for model training.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Severity Model: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ML / NLP models to classify severity into four levels.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Hospital Recommendation: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Rank hospitals by severity, distance, specialty and availability.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Booking Engine: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Enforce slot limits and schedule overflow to the next available day.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Queue Management: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Update queue positions and estimate waiting times dynamically.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Inter-hospital Collaboration: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Enable secure referrals and medical record sharing.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Evaluate severity accuracy and waiting-time reduction.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Smartphone: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For patient-side booking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Python, JavaScript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scikit-learn, NLP libraries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Django / Node.js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React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PostgreSQL / MongoDB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Maps: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Google Maps API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distributed booking removes long OP registration queues.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Severity-based prioritisation ensures critical patients are seen first.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 recommendation directs patients to the right facility.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Secure referrals and live queues improve coordination and reduce waiting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