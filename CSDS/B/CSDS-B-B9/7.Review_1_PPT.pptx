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TALENTTRACK: AI-POWERED PLACEMENT READINESS PLATFORM WITH INTEGRATED CODING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526704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526704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1 KODAVATH VAMSHI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23K91A6790</a:t>
            </a:r>
          </a:p>
          <a:p>
            <a:pPr algn="l">
              <a:tabLst>
                <a:tab pos="2526704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2 KARTIKEY SHUKLA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23K91A6783</a:t>
            </a:r>
          </a:p>
          <a:p>
            <a:pPr algn="l">
              <a:tabLst>
                <a:tab pos="2526704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3 ODETI THIRUPATHI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23K91A67C9</a:t>
            </a:r>
          </a:p>
          <a:p>
            <a:pPr algn="l">
              <a:tabLst>
                <a:tab pos="2526704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4 M BHAVANI PRASAD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23K91A67A2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MRS.CH.GAYATHRI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Campus recruitment is a key step from academics to professional careers.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Placement cells mainly organise drives and do not track student readiness continuously.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Students practise aptitude, coding and interviews on scattered external platforms.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Recruiters shortlist manually from large applicant pools.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can analyse resumes, guide students and evaluate skills automatically.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TalentTrack, an AI-powered placement readiness platform with integrated coding evaluation.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Campus placement systems focus on running drives and lack continuous skill assessment, tracking and personalised guidance.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TalentTrack is a MERN-stack platform where students, placement officers and recruiters take part in placements.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Aptitude, coding and technical modules with automated evaluation, leaderboards and contests build student skills.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Students advance through evaluation levels and expert-led mock interviews, supported by AI resume analysis and a chatbot.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Recruiters create drives and shortlist by skill, while officers monitor progress through analytics dashboards.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Placement cells manage drives using spreadsheets and emails.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Students use separate platforms such as LeetCode and HackerRank for practice.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mock interview tools provide interview practice independently.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Recruiters shortlist candidates based on CGPA and resumes.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is no continuous assessment of student skills.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Practice happens on scattered platforms without institutional tracking.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Students receive little personalised guidance.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Shortlisting ignores actual skill performance.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Placement officers lack analytics on student readiness.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Aptitude, coding and technical practice modules with automated evaluation.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Leaderboards and regular coding contests to build skills.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Level-based progression with expert-led mock interviews before a student becomes placement-ready.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resume analysis and an intelligent chatbot for placement queries.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Recruiter drive creation, eligibility criteria and skill-based shortlisting, with analytics dashboards.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Define roles and workflows for students, officers and recruiters.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Practice Modules: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aptitude, coding and technical question banks.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Code 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Integrate an online judge to run and score code submissions.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Level Progression: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Promote students through evaluation levels and mock interviews.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Resume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Score resumes and suggest improvements using NLP.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Chatbot: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Answer placement queries and give personalised guidance.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Recruiter Module: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Create drives, set eligibility and shortlist by performance.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Analytics &amp; 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dashboards and test the platform with users.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Network: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Internet access for cloud deployment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React.js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Node.js, Express.js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MongoDB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Code Execution: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Judge0 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AI: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Gemini / OpenAI API for resume analysis and chatbot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VS Code, Git, Postman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TalentTrack brings practice, assessment, mock interviews and recruitment into one platform.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Continuous evaluation and level progression build real placement readiness.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resume analysis and chatbot guidance improve employability.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Skill-based shortlisting and analytics make recruitment transparent and data-driven.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