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1750" b="1" dirty="0">
                <a:solidFill>
                  <a:schemeClr val="accent2"/>
                </a:solidFill>
                <a:latin typeface="Copperplate Gothic Bold" pitchFamily="34" charset="0"/>
              </a:rPr>
              <a:t>VISIONFORGE AI: AN EXPLAINABLE VISION-LANGUAGE FRAMEWORK FOR INDUSTRIAL DEFECT DETECTION, ROOT CAUSE ANALYSIS, AND AUTOMATED INSPECTION REPORTING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591831" algn="l"/>
              </a:tabLst>
            </a:pP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591831" algn="l"/>
              </a:tabLst>
            </a:pP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1 G.SRIVARDHAN</a:t>
            </a: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	23K91A6755</a:t>
            </a:r>
          </a:p>
          <a:p>
            <a:pPr algn="l">
              <a:tabLst>
                <a:tab pos="2591831" algn="l"/>
              </a:tabLst>
            </a:pP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2 B.TRIVED</a:t>
            </a: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	23K91A6733</a:t>
            </a:r>
          </a:p>
          <a:p>
            <a:pPr algn="l">
              <a:tabLst>
                <a:tab pos="2591831" algn="l"/>
              </a:tabLst>
            </a:pP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3 G.RAKESH</a:t>
            </a: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	23K91A6752</a:t>
            </a:r>
          </a:p>
          <a:p>
            <a:pPr algn="l">
              <a:tabLst>
                <a:tab pos="2591831" algn="l"/>
              </a:tabLst>
            </a:pP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4 B.INDRANEEL VARMA</a:t>
            </a:r>
            <a:r>
              <a:rPr lang="en-US" sz="1450" b="1" dirty="0">
                <a:solidFill>
                  <a:srgbClr val="92D050"/>
                </a:solidFill>
                <a:latin typeface="Copperplate Gothic Bold" pitchFamily="34" charset="0"/>
              </a:rPr>
              <a:t>	23K91A6729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A15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5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050" dirty="0">
                <a:solidFill>
                  <a:srgbClr val="FFFF00"/>
                </a:solidFill>
                <a:latin typeface="Copperplate Gothic Bold" pitchFamily="34" charset="0"/>
              </a:rPr>
              <a:t>MR. K. SATHYANARAYANA</a:t>
            </a:r>
          </a:p>
          <a:p>
            <a:pPr algn="ctr">
              <a:buNone/>
            </a:pPr>
            <a:r>
              <a:rPr lang="en-US" sz="2050" dirty="0">
                <a:solidFill>
                  <a:srgbClr val="FFFF00"/>
                </a:solidFill>
                <a:latin typeface="Copperplate Gothic Bold" pitchFamily="34" charset="0"/>
              </a:rPr>
              <a:t>(ASSISTANT PROFESSOR)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Product quality is critical in manufacturing, and defects cause losses, recalls and safety risks.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visual inspection is slow, tiring and inconsistent.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Deep learning can detect defects in images of PCBs, steel surfaces and other components.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Most AI models only classify defects without explaining their decisions.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Operators also need root causes and corrective actions, not just a defect label.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VisionForge AI, an explainable inspection system with root-cause analysis and automated reporting.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VisionForge AI is a software-based inspection system that automates defect detection in industrial products such as PCBs and steel surfaces.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Deep-learning computer vision detects and classifies defects in product images.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AI highlights the image regions that led to each detection.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generates a human-readable explanation and suggests possible root causes.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web dashboard supports image upload, heatmap analysis and automatic inspection reports with defect type, confidence and corrective actions.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visual inspection by quality-control staff.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Rule-based machine vision using fixed thresholds and templates.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CNN-based defect classifiers trained on industrial datasets.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Vision-language models that improve detection accuracy using text knowledge.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inspection is slow, subjective and error-prone.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Rule-based vision fails on new defect types and lighting changes.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Deep models act as black boxes without explanations.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Detections are not linked to root causes or corrective actions.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Inspection reports are prepared manually.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Deep-learning models detect and classify defects in images of PCBs, steel surfaces and other components.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AI such as Grad-CAM highlights the regions behind each detection.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language layer generates human-readable explanations and suggests possible root causes.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Inspection reports include defect type, confidence score, explanation, causes and corrective actions.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fully software-based system uses public industrial datasets, keeping it low-cost.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Dataset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 public datasets such as PCB defect and NEU steel surface datasets.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Resize, normalise and augment images.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Model Training: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a deep-learning detector or classifier for the defect types.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Explainability: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Generate Grad-CAM heatmaps showing the influential regions.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Explanation &amp; Root Cause: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Map defect types and regions to explanations and likely causes.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Report Generation: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Create inspection reports with type, confidence, explanation and corrective actions.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Dashboard: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Build a web interface for upload, results, heatmaps and reports.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accuracy, precision, recall and mAP.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GPU: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NVIDIA GPU or Google Colab for training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20 GB free space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Deep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PyTorch / TensorFlow, Ultralytics YOLO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Explainability: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Grad-CAM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Image Processing: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OpenCV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Web App: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Flask / Streamlit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Reports: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ReportLab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VisionForge AI automates industrial inspection with accurate deep-learning defect detection.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heatmaps and text explanations make every decision transparent.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Root-cause suggestions and automated reports support faster corrective action.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software-only design keeps the solution affordable and easy to deploy.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