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600" b="1" dirty="0">
                <a:solidFill>
                  <a:schemeClr val="accent2"/>
                </a:solidFill>
                <a:latin typeface="Copperplate Gothic Bold" pitchFamily="34" charset="0"/>
              </a:rPr>
              <a:t>AUTOMATED PLASTIC WASTE DETECTION IN OCEANS USING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088812" algn="l"/>
              </a:tabLst>
            </a:pP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088812" algn="l"/>
              </a:tabLst>
            </a:pP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1 B.AKHILA</a:t>
            </a: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	23K91A6735</a:t>
            </a:r>
          </a:p>
          <a:p>
            <a:pPr algn="l">
              <a:tabLst>
                <a:tab pos="2088812" algn="l"/>
              </a:tabLst>
            </a:pP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2 G.MANISHA</a:t>
            </a: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	23K91A6756</a:t>
            </a:r>
          </a:p>
          <a:p>
            <a:pPr algn="l">
              <a:tabLst>
                <a:tab pos="2088812" algn="l"/>
              </a:tabLst>
            </a:pP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3 B.PRANAY</a:t>
            </a: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	24K95A6702</a:t>
            </a:r>
          </a:p>
          <a:p>
            <a:pPr algn="l">
              <a:tabLst>
                <a:tab pos="2088812" algn="l"/>
              </a:tabLst>
            </a:pP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4 B.PRAVEEN</a:t>
            </a: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	24K95A6703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A14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1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100" dirty="0">
                <a:solidFill>
                  <a:srgbClr val="FFFF00"/>
                </a:solidFill>
                <a:latin typeface="Copperplate Gothic Bold" pitchFamily="34" charset="0"/>
              </a:rPr>
              <a:t>MRS. N. SRAVANTHI</a:t>
            </a:r>
          </a:p>
          <a:p>
            <a:pPr algn="ctr">
              <a:buNone/>
            </a:pPr>
            <a:r>
              <a:rPr lang="en-US" sz="2100" dirty="0">
                <a:solidFill>
                  <a:srgbClr val="FFFF00"/>
                </a:solidFill>
                <a:latin typeface="Copperplate Gothic Bold" pitchFamily="34" charset="0"/>
              </a:rPr>
              <a:t>(ASSISTANT PROFESSOR)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Millions of tonnes of plastic waste enter the oceans every year.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Plastic debris harms marine life, damages ecosystems and returns to humans through the food chain.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Monitoring relies on manual inspection and marine surveys, which are slow, costly and cover small areas.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Deep learning and computer vision can detect objects in images automatically and at scale.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Object detection models such as YOLO locate each plastic item with a bounding box and confidence score.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an AI system that automatically detects and localises plastic waste in ocean images.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Marine plastic pollution threatens ocean ecosystems, biodiversity and marine life.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inspection and marine surveys are slow, expensive, labour-intensive and limited in coverage.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project uses AI, deep learning and computer vision to detect plastic waste in underwater and surface-water images.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Object detection locates each plastic item with a bounding box and confidence score, rather than only classifying the image.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prototype lets users upload ocean images and view detections, forming a base for video, drone and robotic cleaning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beach and ocean surveys by volunteers and researchers.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Visual inspection of photographs and videos by experts.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Image classification models that only report whether plastic is present.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Robotic cleaning systems that use onboard detection to collect floating waste.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surveys are time-consuming, expensive and labour-intensive.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Coverage is limited to small, accessible areas.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Classification models do not locate individual plastic objects.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Detection accuracy drops with water reflections, turbidity and lighting changes.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Results are not available in real time.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Underwater and surface-water images are preprocessed to improve quality.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deep-learning object detector such as YOLO locates plastic items in each image.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Each detection is shown with a bounding box and confidence score.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simple interface lets users upload images and view the results.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provides a base for video, drone and underwater robotic applications.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Use public marine debris datasets of underwater and surface-water images.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Annotation: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Label plastic objects in each image with bounding boxes.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Preprocessing: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Resize, enhance contrast and normalise images, and augment for lighting and turbidity.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Model Training: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a YOLO object detection model to detect plastic waste.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Localisation: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Output bounding boxes and confidence scores for each detected object.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Evaluation: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Measure precision, recall, mAP and inference time.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Prototype: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Build an interface to upload images and view annotated results.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Future Extension: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Extend detection to video streams, drones and underwater robots.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GPU: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NVIDIA GPU or Google Colab for training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20 GB free space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Object Detection: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Ultralytics YOLO (PyTorch)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Image Processing: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OpenCV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Annotation: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LabelImg / Roboflow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Interface: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Streamlit / Flask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Jupyter Notebook, VS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detects and localises plastic waste in ocean images automatically.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Bounding boxes and confidence scores make results clear and easy to verify.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Automation reduces the time and effort of manual marine monitoring.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lays a foundation for real-time video, drone and robotic ocean-cleaning applications.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