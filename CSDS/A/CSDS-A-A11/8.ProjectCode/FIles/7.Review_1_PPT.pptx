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550" b="1" dirty="0">
                <a:solidFill>
                  <a:schemeClr val="accent2"/>
                </a:solidFill>
                <a:latin typeface="Copperplate Gothic Bold" pitchFamily="34" charset="0"/>
              </a:rPr>
              <a:t>AI-DRIVEN E-COMMERCE RECOMMENDATION SYSTEM WITH DIGITAL TWIN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423834" algn="l"/>
              </a:tabLst>
            </a:pP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423834" algn="l"/>
              </a:tabLst>
            </a:pP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1 A.PRAVALIKA</a:t>
            </a: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	23K91A6708</a:t>
            </a:r>
          </a:p>
          <a:p>
            <a:pPr algn="l">
              <a:tabLst>
                <a:tab pos="2423834" algn="l"/>
              </a:tabLst>
            </a:pP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2 G.LAXMILAVANYA</a:t>
            </a: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	23K91A6758</a:t>
            </a:r>
          </a:p>
          <a:p>
            <a:pPr algn="l">
              <a:tabLst>
                <a:tab pos="2423834" algn="l"/>
              </a:tabLst>
            </a:pP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3 D.ANUSHA</a:t>
            </a: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	23K91A6751</a:t>
            </a:r>
          </a:p>
          <a:p>
            <a:pPr algn="l">
              <a:tabLst>
                <a:tab pos="2423834" algn="l"/>
              </a:tabLst>
            </a:pP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4 A.ARAVIND</a:t>
            </a:r>
            <a:r>
              <a:rPr lang="en-US" sz="1600" b="1" dirty="0">
                <a:solidFill>
                  <a:srgbClr val="92D050"/>
                </a:solidFill>
                <a:latin typeface="Copperplate Gothic Bold" pitchFamily="34" charset="0"/>
              </a:rPr>
              <a:t>	23K91A6707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A11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MRS. K. SAIDEEPTHI</a:t>
            </a:r>
          </a:p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E-commerce platforms compete on how well they understand and serve individual customers.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 systems suggest products using purchase history, browsing, ratings and reviews.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Most recommenders rely on historical data and adapt slowly to changing interests.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rarely understand why a product is recommended, which limits trust.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 quality and response time drop during high-traffic shopping periods.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adaptive recommendation system with digital twin simulation, explainable AI and traffic optimisation.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Customers expect personalised product recommendations and fast service on e-commerce platforms.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recommenders depend on historical data, adapt poorly in real time, lack transparency and slow down during peak traffic.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analyses views, clicks, searches, cart activity, purchases, ratings and reviews with big-data analytics and a multi-agent AI recommender.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digital twin simulates recommendation strategies before they reach users, and explainable AI shows why each item is suggested.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self-learning feedback engine updates the model continuously, and an AI traffic module manages requests during peak periods.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Collaborative filtering recommends items liked by similar users.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Content-based filtering recommends items similar to past purchases.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Hybrid systems combine both approaches using historical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Recommendations are deployed directly, without prior simulation or testing.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personalisation and heavy dependence on historical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Poor real-time adaptation to changing user behaviour.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Cold-start problems for new users and products.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explanation of why items are recommended.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Performance drops during peak server traffic.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Engagement signals such as views, clicks, searches, cart actions, purchases and reviews are processed with big-data analytics.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multi-agent AI framework generates personalised recommendations from user behaviour.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digital twin simulates recommendation strategies virtually before they are shown to users.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gives clear reasons for each recommendation.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self-learning feedback engine updates the model, and AI-based traffic optimisation manages load at peak times.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Gather user interaction data such as views, clicks, searches, cart actions, purchases and ratings.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Big Data 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Clean and aggregate large interaction logs.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Recommendation Models: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collaborative, content-based and hybrid recommenders within a multi-agent framework.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Digital Twin Simulation: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Simulate user responses to candidate strategies before deployment.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reasons for each recommendation using XAI techniques.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Feedback Learning: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Update the model continuously from new user interactions.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Traffic Optimisation: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Monitor server load and schedule recommendation requests during peaks.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precision, recall, F1-score and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50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Big Data: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Apache Spark / pandas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Surprise, TensorFlow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SHAP / LIME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FastAPI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React / Streamlit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MongoDB / MySQL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delivers personalised recommendations that adapt to real-time behaviour.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twin simulation improves recommendation quality before users see it.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increases transparency and customer trust.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Traffic optimisation keeps the platform responsive during peak shopping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