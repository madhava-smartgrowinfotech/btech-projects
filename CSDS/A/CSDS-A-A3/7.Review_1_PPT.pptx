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200" b="1" dirty="0">
                <a:solidFill>
                  <a:schemeClr val="accent2"/>
                </a:solidFill>
                <a:latin typeface="Copperplate Gothic Bold" pitchFamily="34" charset="0"/>
              </a:rPr>
              <a:t>A DYNAMIC PHISHING URL DETECTION SYSTEM INTEGRATING ADVANCED MACHINE LEARNING AND CROWDSOURCED THREAT INTELLIGENCE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473960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473960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1 D.ANISH MEGHAN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23K91A6750</a:t>
            </a:r>
          </a:p>
          <a:p>
            <a:pPr algn="l">
              <a:tabLst>
                <a:tab pos="2473960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2 B.AKSHAYA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23K91A6737</a:t>
            </a:r>
          </a:p>
          <a:p>
            <a:pPr algn="l">
              <a:tabLst>
                <a:tab pos="2473960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3 B.TANUJA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23K91A6736</a:t>
            </a:r>
          </a:p>
          <a:p>
            <a:pPr algn="l">
              <a:tabLst>
                <a:tab pos="2473960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4 CH.SAI CHETHAN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23K91A6742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MR. G. RAVI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Phishing is one of the most common cyberattacks against individuals and organisations.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Attackers build deceptive websites that imitate banks, shopping sites and online services to steal credentials.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New phishing domains appear every day, and many stay active for only a few hours.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Blacklist-based protection works only after a URL has been reported and added to a list.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Machine learning can recognise phishing URLs from their characteristics even when they have never been seen before.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combines ML-based URL classification with crowdsourced threat intelligence for dynamic phishing detection.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Phishing websites steal usernames, passwords, banking credentials and personal data by imitating trusted sites.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Blacklists and manually updated databases fail to catch newly created, zero-day phishing URLs.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classifies URLs with machine learning using lexical, structural and domain-based features.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Crowdsourced threat intelligence from trusted security communities keeps the system updated with newly reported phishing URLs.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Random Forest, XGBoost and Logistic Regression are compared on accuracy, precision, recall and F1-score.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Browsers and email filters check URLs against blacklists such as Google Safe Browsing and PhishTank.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Rule-based filters flag URLs using fixed patterns such as IP addresses or suspicious keywords.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Some systems use ML classifiers trained once on a fixed phishing dataset.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Users can report phishing sites, but these reports are processed manually.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Blacklists cannot detect zero-day phishing URLs that have not yet been reported.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Manually updated databases lag behind fast-changing phishing campaigns.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Fixed rules are easily bypassed by small changes in URL structure.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Models trained once degrade as attack patterns evolve.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High false-positive rates block legitimate websites and reduce user trust.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URLs are analysed using lexical, structural and domain-based features such as length, special characters, subdomains and domain age.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ML models including Random Forest, XGBoost and Logistic Regression classify URLs as phishing or legitimate.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Crowdsourced threat intelligence from trusted cybersecurity communities adds newly reported phishing URLs.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model is refined continuously with new threat data to adapt to evolving attack patterns.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Real-time classification gives users an immediate verdict with a confidence score.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Collection: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Gather labelled phishing and legitimate URLs from public datasets and threat-sharing platforms.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Preprocessing: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Parse, clean and normalise URLs and remove duplicates.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Feature Extraction: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Compute lexical, structural and domain-based features for each URL.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Model Training: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Random Forest, XGBoost and Logistic Regression classifiers.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Model Selection: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Compare models on accuracy, precision, recall and F1-score and select the best.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Threat Intelligence Integration: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Ingest crowdsourced threat feeds to flag newly reported phishing URLs.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Continuous Refinement: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Retrain the model periodically with newly verified threat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Deployment: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Provide a web interface for real-time URL checking.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Network: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Internet access for threat-feed updates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ML Libraries: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scikit-learn, XGBoost, pandas, NumPy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URL Features: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tldextract, python-whois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Flask / FastAPI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 / HTML-CSS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Jupyter Notebook, VS Code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detects phishing URLs from their characteristics, including zero-day URLs absent from blacklists.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Crowdsourced threat intelligence keeps detection current as attack patterns change.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Comparing several ML models ensures the best-performing classifier is used.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approach offers faster, more adaptive and more accurate protection for users and organisations.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