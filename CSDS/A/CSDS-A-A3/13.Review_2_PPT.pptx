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Training data: URLs per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URLs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Phishing</c:v>
                </c:pt>
                <c:pt idx="1">
                  <c:v>Legitimate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20000</c:v>
                </c:pt>
                <c:pt idx="1">
                  <c:v>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URLs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Test metrics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F7A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92.93</c:v>
                </c:pt>
                <c:pt idx="1">
                  <c:v>93.53</c:v>
                </c:pt>
                <c:pt idx="2">
                  <c:v>92.23</c:v>
                </c:pt>
                <c:pt idx="3">
                  <c:v>92.88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92.49</c:v>
                </c:pt>
                <c:pt idx="1">
                  <c:v>92.69</c:v>
                </c:pt>
                <c:pt idx="2">
                  <c:v>92.25</c:v>
                </c:pt>
                <c:pt idx="3">
                  <c:v>92.47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D99A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82.81</c:v>
                </c:pt>
                <c:pt idx="1">
                  <c:v>86.94</c:v>
                </c:pt>
                <c:pt idx="2">
                  <c:v>77.22</c:v>
                </c:pt>
                <c:pt idx="3">
                  <c:v>81.8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0"/>
          <c:min val="6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percent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the design, methodology and progress of PhishGuard.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parts, from a recap of Review 1 through design and methodology to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Flask. The detection modules are plain Python behind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Features are computed offline from the URL string so training and checking use identical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40,000 URLs are a balanced sample of a public dataset of about 420,000 URLs. Its licence was not verified. Only 266 URLs contain a scheme, so the extractor adds http://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is cleaning plus feature extraction. Everything is computed from the URL string, so training and real-time checking use the same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models match the project objectives. The deployed model is the best by F1: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is fast: all three models take about 15 seconds. The learning curve suggests more data would still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the community verdict wins, then the model with two small adjustments, then two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seven processes and five data stores; level 2 opens the check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SQLite tables in threat_intel.db. reports and intel are linked logically by the normalised URL; there is no SQL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locally. The only external connections are the two optional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Open items are user-acceptance testing, load testing and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Held-out test results re-checked from the saved models. Cross-validation F1 is 92.56 % for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usage loaded: 19 reports, a feed sync and a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extended suite is scripts/extra_tests.py: 72 checks in six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found during the work and how each was handled or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user feedback, stronger data and trust controls,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PhishGuard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Phishing URL Detection System Integrating Advanced Machine Learning and Crowdsourced Threat Intelligence</a:t>
            </a:r>
            <a:endParaRPr lang="en-US" sz="26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D.ANISH MEGHAN  23K91A6750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B.AKSHAYA  23K91A6737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B.TANUJA  23K91A6736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CH.SAI CHETHAN  23K91A6742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Mr. G. Ravi,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A3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 and training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Blacklists miss zero-day phishing URLs, fixed rules are easy to evade, and models trained once go stale. Users cannot see why a link is flagged.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The base paper's three stages: URL features, ML classification, crowdsourced refinement, built as a Flask API with a React interface.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URL string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47 offline features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models, best F1 deployed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Community verdict first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Report, retrain, reload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18 + Vite (port 5103), seven pages, recharts, three.js hero.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API: Flask (port 8103); backend/server.py wraps the original app and adds five read-only endpoints and CORS.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Detector: community verdict first, then the best model with reputation and vote adjustments.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ThreatIntel: SQLite store of reports, consensus, optional OpenPhish and URLhaus sync.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Retrain: base data plus confirmed URLs, hot reload of the best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208209"/>
            <a:ext cx="6858000" cy="487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40,000 URLs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 + normalise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 47 features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Split 80 / 20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 3 models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Evaluate + select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Check, report, retrain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Same data for all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All three classifiers use the same features and the same stratified split, so the comparison is fair.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Community first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confirmed community verdict, phishing or safe, overrides the model at check time.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Closed loop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Confirmed URLs are added to the training data (x3) and the retrained model is hot-reloaded.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2022652"/>
                <a:gridCol w="1921520"/>
                <a:gridCol w="111245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of a public labelled URL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 URLs (20,000 + 20,000)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(stratified, seed 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 train / 8,000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51.5, median 40, max 1,383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at run time (SQLite)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Zero-day verdicts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OpenPhish and URLhaus feeds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500 URLs each, 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features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Cleaning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Rows without a URL or label are dropped, labels mapped to 0/1, whitespace trimmed, URLs shorter than 4 characters removed and duplicates dropped.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Normalisation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Add a scheme when missing, lower-case the host, strip www., keep port, path and query. Malformed ports or brackets never raise an error.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47 features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23 lexical (lengths, counts, entropy, suspicious words), 9 structural (IP host, port, subdomains, shorteners, extensions) and 15 domain features (domain entropy, TLD, brand, reputation). No DNS or page download.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Models: three classifiers compared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scaled, C 1.0, 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trees, 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trees, depth 8, lr 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Top-10 features of the selected XGBoost model. Selection rule: highest F1, ROC-AUC breaks ties.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XGBoost feature importance" descr="XGBoost feature import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57813"/>
            <a:ext cx="6600825" cy="41805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/ test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 / 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stratified, seed 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12.2 s, XGB 2.7 s, LR 0.2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 (ROC-AUC tie-break)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5-fold, all 40,000 URLs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URLs x3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i5-12500, 12 threads, no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Learning curve: F1 rises from 89.5 % (3,200 URLs) to 93.2 % (32,000)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Learning curve" descr="Learning cur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53456"/>
            <a:ext cx="5238750" cy="3055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4663440" y="137160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92040" y="155448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Community first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24028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confirmed entry for the URL or its host decides at once: phishing (probability at least 0.97) or safe (at most 0.03).</a:t>
            </a:r>
            <a:endParaRPr lang="en-US" sz="1600" dirty="0"/>
          </a:p>
        </p:txBody>
      </p:sp>
      <p:sp>
        <p:nvSpPr>
          <p:cNvPr id="8" name="Partial input card"/>
          <p:cNvSpPr/>
          <p:nvPr/>
        </p:nvSpPr>
        <p:spPr>
          <a:xfrm>
            <a:off x="4663440" y="288036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306324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Model second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74904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Otherwise p from the model; x0.4 for popular domains; +-0.15 per net pending vote.</a:t>
            </a:r>
            <a:endParaRPr lang="en-US" sz="1600" dirty="0"/>
          </a:p>
        </p:txBody>
      </p:sp>
      <p:sp>
        <p:nvSpPr>
          <p:cNvPr id="11" name="Saving card"/>
          <p:cNvSpPr/>
          <p:nvPr/>
        </p:nvSpPr>
        <p:spPr>
          <a:xfrm>
            <a:off x="4663440" y="438912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457200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Thresholds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525780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 &gt;= 0.60 phishing; p &gt;= 0.35 suspicious; otherwise safe. Every check is logged with its reason.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532334"/>
            <a:ext cx="4000500" cy="4250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3053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the check path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9625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8875532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/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 URLs, 47 features, dataset load and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retrain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three models, evaluate, save metrics.json; merge confirmed URLs and retrain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 / threat_intel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order, hot reload; reports, votes, consensus, feed sync, check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40" y="1123950"/>
            <a:ext cx="4321968" cy="314325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192" y="1123950"/>
            <a:ext cx="454944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1552194"/>
                <a:gridCol w="6208776"/>
                <a:gridCol w="332613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url_norm, url, verdict, reporter, source, note, 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per intel row (same url_norm)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url_norm (PK), phishing_votes, safe_votes, status, used_in_training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url, verdict, probability, decided_by, 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diagram: 3 SQLite tables and 3 file stores (left);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191490"/>
            <a:ext cx="5334000" cy="3103418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582" y="1123950"/>
            <a:ext cx="375666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JavaScript (JSX)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Machine learning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scikit-learn 1.4, XGBoost 2.0, pandas, NumPy, joblib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18, Vite 5, recharts, three.js, framer-motion, gsap, lucide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Flask 3.1 JSON API, CORS, SQLite (sqlite3)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40,000-URL CSV, OpenPhish and URLhaus feeds (optional)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3 + 20 + 72 automated checks;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Dataset, cleaning, 47-feature extractor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classifiers, comparison, metrics.json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Threat-intelligence store, consensus, feed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pipeline with community override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 loop with hot reload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API, CLI and React interface (7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 (95 checks) and measurements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acceptance, load tests, sign-in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classifiers trained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and page routes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95/95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automated checks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held-out test set (8,000 URLs)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92.9 %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XGBoost F1 (RF 92.5 %, LR 81.8 %)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XGBoost ROC-AUC (5-fold CV F1 92.6 %)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 ms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mean time of a check through the API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873834" y="1188720"/>
            <a:ext cx="4836012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Check URL: a lookalike page scored 9.5 % by the model becomes Phishing (97 %) after two reports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476106" y="1188720"/>
            <a:ext cx="4878589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Threat intelligence: 10 URLs, 5 confirmed phishing, 2 confirmed safe, 3 pending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Community override screenshot" descr="Community overrid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4" y="1977032"/>
            <a:ext cx="4829175" cy="3018234"/>
          </a:xfrm>
          <a:prstGeom prst="rect">
            <a:avLst/>
          </a:prstGeom>
        </p:spPr>
      </p:pic>
      <p:pic>
        <p:nvPicPr>
          <p:cNvPr id="27" name="Threat intelligence screenshot" descr="Threat intelligenc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962150"/>
            <a:ext cx="4876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68096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unit and web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API smoke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Extended: unit +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Extended: functional +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Extended: security + 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95 automated checks pass; malformed ports, 5,000-character URLs and javascript: URLs return normal responses.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SQL-injection text is stored as data; script tags are HTML-escaped on every page.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 check takes 8.0 ms on average through the API (p95 9.7 ms).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Retraining with 807 confirmed URLs produced model v2 end to end.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Not done: user-acceptance, load and authentication tests.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Zero-day URLs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community verdict overrides the model at once, in both directions.</a:t>
            </a:r>
            <a:endParaRPr lang="en-US" sz="150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False positives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docs.python.org and amazon.in are flagged; two safe reports clear them.</a:t>
            </a:r>
            <a:endParaRPr lang="en-US" sz="15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Clean-looking phishing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311 of 4,000 phishing URLs look ordinary; URL features alone cannot catch them.</a:t>
            </a:r>
            <a:endParaRPr lang="en-US" sz="15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Version drift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The saved logistic-regression file cannot be loaded by the installed scikit-learn; it was refitted.</a:t>
            </a:r>
            <a:endParaRPr lang="en-US" sz="15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Does retraining help?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Random in-distribution URLs change F1 by under 0.1 point; value is the override.</a:t>
            </a:r>
            <a:endParaRPr lang="en-US" sz="15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Noisy reports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Two net votes can be gamed; no sign-in or review yet. Recorded as a limitation.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Real-user feedback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Fresher, larger data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Ask analysts and reporters to try the interface (not yet done).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Evaluate on a larger, more recent dataset and URLs collected after training.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Add sign-in, rate limiting and an administrator review step for reports.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PhishGuard: Review 2</dc:title>
  <dc:subject>A Dynamic Phishing URL Detection System Integrating Advanced Machine Learning and Crowdsourced Threat Intelligence</dc:subject>
  <dc:creator>Batch A3</dc:creator>
  <cp:lastModifiedBy>Batch A3</cp:lastModifiedBy>
  <cp:revision>1</cp:revision>
  <dcterms:created xsi:type="dcterms:W3CDTF">2026-10-13T12:40:05Z</dcterms:created>
  <dcterms:modified xsi:type="dcterms:W3CDTF">2026-10-13T12:40:05Z</dcterms:modified>
  <cp:keywords>phishing detection, URL classification, crowdsourced threat intelligence</cp:keywords>
  <cp:category/>
  <dc:description/>
  <cp:contentStatus/>
</cp:coreProperties>
</file>