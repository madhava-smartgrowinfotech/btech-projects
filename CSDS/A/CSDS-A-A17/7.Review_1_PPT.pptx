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750" b="1" dirty="0">
                <a:solidFill>
                  <a:schemeClr val="accent2"/>
                </a:solidFill>
                <a:latin typeface="Copperplate Gothic Bold" pitchFamily="34" charset="0"/>
              </a:rPr>
              <a:t>CROPSIGHT: SMART CROP DELIVERY WITH AI-BASED PRICE AND QUALITY INTELLIGENCE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539742" algn="l"/>
              </a:tabLst>
            </a:pP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539742" algn="l"/>
              </a:tabLst>
            </a:pP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1 G.PRANAVI</a:t>
            </a: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	23K91A6765</a:t>
            </a:r>
          </a:p>
          <a:p>
            <a:pPr algn="l">
              <a:tabLst>
                <a:tab pos="2539742" algn="l"/>
              </a:tabLst>
            </a:pP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2 G.SIRI CHANDANA</a:t>
            </a: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	23K91A6763</a:t>
            </a:r>
          </a:p>
          <a:p>
            <a:pPr algn="l">
              <a:tabLst>
                <a:tab pos="2539742" algn="l"/>
              </a:tabLst>
            </a:pP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3 A.NIKHIL</a:t>
            </a: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	23K91A6715</a:t>
            </a:r>
          </a:p>
          <a:p>
            <a:pPr algn="l">
              <a:tabLst>
                <a:tab pos="2539742" algn="l"/>
              </a:tabLst>
            </a:pP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4 G.VISHNU VARDHAN</a:t>
            </a:r>
            <a:r>
              <a:rPr lang="en-US" sz="1500" b="1" dirty="0">
                <a:solidFill>
                  <a:srgbClr val="92D050"/>
                </a:solidFill>
                <a:latin typeface="Copperplate Gothic Bold" pitchFamily="34" charset="0"/>
              </a:rPr>
              <a:t>	23K91A6754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K. MOUNIKA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Agriculture supports millions of farmers, but their income depends on unpredictable market prices.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Crop quality is often judged manually and inconsistently, which affects pricing.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Post-harvest losses occur during storage and transport because conditions are not monitored.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Farmers have limited access to buyers and to real-time decision support.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AI, ML and IoT can grade quality, forecast prices and monitor the supply chain.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CropSight, a platform for AI-based crop quality, price intelligence and smart delivery.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Farmers face fluctuating prices, inconsistent quality assessment, supply-chain inefficiencies and little real-time decision support.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CropSight integrates AI, ML and IoT to assess crop quality, predict prices and streamline delivery.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Deep learning grades crop quality from images using size, colour, texture and defects.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ML predicts prices from market trends, weather, demand and regional variations, while IoT sensors monitor storage and transport.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smart delivery module and marketplace recommend routes, buyers and the best time to sell, with explainable AI for transparency.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Crop quality is graded manually by traders at markets.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Farmers sell through middlemen at mandi prices.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Government portals such as e-NAM publish prices without forecasts.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Storage and transport conditions are rarely monitored.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grading is subjective and inconsistent.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Farmers lack price forecasts to decide when to sell.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Middlemen reduce farmers' share of the final price.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Unmonitored storage and transport cause post-harvest losses.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Grading and pricing decisions are not transparent.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Deep learning grades crop quality from images using size, colour, texture and defects.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ML models forecast prices from market trends, weather, demand and regional variations.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IoT sensors monitor temperature and humidity during storage and transport.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Explainable AI shows why a grade or price was predicted.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digital marketplace recommends buyers, delivery routes and the best time to sell.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Collection: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Gather crop images, historical market prices, weather and demand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Quality Grading: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a CNN to grade crops by size, colour, texture and defects.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Price Forecasting: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ML models on market trends, weather and regional prices.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IoT Monitoring: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Stream temperature and humidity from storage and transport sensors to the cloud.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Explainability: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Apply XAI techniques to explain grades and price predictions.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Delivery Recommendation: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Suggest buyers, routes and the best selling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Marketplace: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Connect farmers, distributors and buyers on a web or mobile platform.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Measure grading accuracy and price-forecast error (MAE, RMSE).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IoT: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ESP32 / Arduino with DHT11 / DHT22 sensors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Camera: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Smartphone camera for crop images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Deep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TensorFlow / PyTorch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Machine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scikit-learn, XGBoost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Explainability: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SHAP, Grad-CAM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Cloud: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Firebase / ThingSpeak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App: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Flask / Streamlit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CropSight gives farmers objective quality grades and price forecasts.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IoT monitoring reduces post-harvest losses during storage and transport.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Explainable AI builds trust in grading and pricing decisions.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marketplace improves supply-chain efficiency and helps farmers earn fair prices.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