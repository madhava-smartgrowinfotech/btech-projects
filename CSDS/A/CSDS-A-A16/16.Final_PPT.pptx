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team and Mosaic: basic and compound emotion estimation from a face, built on a CNN multi-label classifier and a conditional GAN, with an honest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agenda follows the report: problem, design, method, results, comparison, screens,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Product first, then the headline honest results: the multi-label model beats the baseline only through extra epochs; the compound head is not working; the GAN is weak.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Khine et al., IEEE Access 2025. The recogniser is scored on images from its own generator, which matters when comparing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Only facts we could read are quoted: the base paper and archived PDFs, and abstract-level statements recorded in the reference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batch's gap, plus two sharper points: evaluation on generated data only, and the missing no-synthesis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batch's problem statement and need, then the input and output of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five objectives from the batch document; slide 25 gives the status of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flows: the offline training in three stages and the online per-image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process on one CPU machine; the generator is used only at training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Analysis by synthesis: generate compound faces, train a multi-label recogniser on real plus generated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dataset has only basic labels; compound targets exist only on the synthetic 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face found returns 200 with face_detected false; the dominant emotion is the argmax over all 18 outputs, so it is basic unless a compound output beats every basic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alternative flows at the bottom of the diagram list anonymous calls, no face, missing model and bad uploads.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tables. The uploaded photo is never stored; only the cropped grayscale face is written to the thumbnails folder.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clear that the final checkpoint did not exist when the batch was received.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Mean and sample standard deviation over three seeds; the shipped checkpoint is a single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disgust class has only 111 test faces and 436 training 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decision rule is argmax over all 18 outputs, so the compound head never wins; a lower threshold only makes every compound fire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Latency numbers come from scripts/measure_api.py; the Haar detection gap is a training/serving mismatch.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the 'not comparable' point first; the numbers are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captures of the running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Shows the generator quality and the detection limit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History works per user; the detail page is unreachable from the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explicit about what was and was not achieved.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item answers a measured weakness.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Numbering follows the report's reference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2" Type="http://schemas.openxmlformats.org/officeDocument/2006/relationships/image" Target="../media/image11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2" Type="http://schemas.openxmlformats.org/officeDocument/2006/relationships/image" Target="../media/image15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2" Type="http://schemas.openxmlformats.org/officeDocument/2006/relationships/image" Target="../media/image17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1373177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Complex Emotion Recognition Using Facial Expression Images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2379017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 ·  Mosaic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11053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 : Batch A16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522017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23K91A6730   B. SHIRISHA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23K91A6731   B. ASHRITH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23K91A6724   B. MURALI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23K91A6727   B. GOUTHAM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75120" y="3110537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[GUIDE NAME]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[DESIGNATION], Department of CSE (Data Science)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(DATA SCIENCE)  ·  [COLLEGE NAME]  ·  Academic Year [ACADEMIC YEAR]</a:t>
            </a:r>
            <a:endParaRPr lang="en-US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1892807" y="20116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[COLLEGE NAME]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2807" y="621792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Department of Computer Science and Engineering (Data Science)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&amp; Literature Survey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Gap, Problem Statement &amp; Objectives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Architecture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Dataset &amp; Model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Workflow, Interaction &amp; Database Design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Model Performance, Confusion Matrix, Ablation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Analysis: Compound Threshold &amp; GAN Condition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Testing &amp; Comparison with Base Paper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Future Scope &amp; References</a:t>
            </a:r>
            <a:endParaRPr lang="en-US" sz="1800" dirty="0"/>
          </a:p>
        </p:txBody>
      </p:sp>
      <p:sp>
        <p:nvSpPr>
          <p:cNvPr id="8" name="TextBox 7"/>
          <p:cNvSpPr txBox="1"/>
          <p:nvPr/>
        </p:nvSpPr>
        <p:spPr>
          <a:xfrm>
            <a:off x="1892807" y="20116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[COLLEGE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2807" y="621792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Department of Computer Science and Engineering (Data Science)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115568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7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Most facial-emotion systems name one basic emotion, yet faces often show two at once (happily surprised, sadly fearful) and labelled mixed-emotion data is scarce. Mosaic detects a face, runs a 64x64 CNN with 18 sigmoid outputs (7 basic + 11 compound emotions) and serves the result through a FastAPI service and a Next.js console with accounts and history. A conditional GAN synthesises compound-expression faces to train the compound outputs.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Measured on the real FER2013 test set (7,178 faces): the single-label baseline scores 50.56%, the shipped multi-label model 58.14% (macro-F1 0.538); a real-data-only control trained the same number of epochs scores 58.1 ± 1.6% versus 58.9 ± 0.6% with the synthetic faces, so the gain comes from the extra training, not from the GAN.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Honest finding: the compound outputs stay near zero on real faces (mean top compound probability 0.0002) and rank synthetic compound classes at chance (ROC-AUC 0.50); the 10-epoch GAN reads as its intended emotion on only 15.0% of faces (chance 14.3%). No compound ground truth exists in FER2013.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28 pytest tests pass; the API answers an analysis in about 19 ms on a CPU.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2807" y="20116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[COLLEGE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2807" y="621792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Department of Computer Science and Engineering (Data Science)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W. S. S. Khine, P. Siritanawan and K. Kotani, "Complex emotion estimation using analysis-by-synthesis of facial expression images," IEEE Access, vol. 13, pp. 88731-88744, 2025, doi: 10.1109/ACCESS.2025.3570167.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377440"/>
          <a:ext cx="11155680" cy="3840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7360"/>
                <a:gridCol w="9418320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Base paper: complex emotion estimation using analysis-by-synthesis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Method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cEmoGANs: an encoder maps a face to an identity-preserving latent, a conditional GAN with a 6-d multi-hot label (anger, disgust, fear, happiness, sadness, surprise) generates mixed expressions; a CNN with sigmoid outputs is trained on the generated images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CK+, JAFFE and MUG; mixed-emotion ground truth made by morphing two peak-expression images; 15,000 generated images split 7:3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Reported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f-beta 0.99 / 0.99 / 0.80 and exact-match ratio 100% / 99% / 68.7% (CK+ / JAFFE / MUG), against EfficientNet-B0 0.45 / 0.60 / 0.51; identity cosine similarity above 0.7 for 98% / 94% / 99% of generated faces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Scored 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Test split of the generated images; real unconstrained photos only shown qualitatively (Fig. 11)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Stated future 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Demographic diversity, better backbones and interpretability, multimodal cues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892807" y="20116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[COLLEGE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7" y="621792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Department of Computer Science and Engineering (Data Science)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00200"/>
          <a:ext cx="11155680" cy="45262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68880"/>
                <a:gridCol w="640080"/>
                <a:gridCol w="4206240"/>
                <a:gridCol w="384048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Year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Approach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Finding / limitation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Khine et al. [1] (base paper)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cEmoGANs (encoder + conditional GAN, 6-d multi-hot label) generate mixed faces; CNN with sigmoid outputs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f-beta 0.99 / 0.99 / 0.80 on CK+ / JAFFE / MUG, scored on generated images; qualitative tests only on real photos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Liu, Ni, Cai [2]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CD-GAN: separate identity and expression encoders, contrastive + adversarial learning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Abstract: comparable to state of the art on field and laboratory sets; single-label recognition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Khemakhem, Ltifi [4]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NST-GAN: style-transfer GAN that removes identity cues, tested on CK+, FER-2013, JAFFE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Single basic label per image; numbers not quoted (abstract only)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Galkaduwa [6]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HOG+SVM, LBP+LogReg and a light CNN on FER-2013, CK+ and KDEF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FER-2013 accuracy: CNN 51.6 %, HOG+SVM 44.0 %, LBP 25.0 %; basic labels only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Liu et al. [7]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ViT / PosterV2 / ResNet-50 ensemble for compound expressions (ABAW7), pre-trained on RAF-DB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RAF-DB compound validation: accuracy 60.4-64.3 %, F1 51.5-55.4 % (7 classes); needs real compound labels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Du, Tao, Martinez [9]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2014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Compound facial expressions of emotion: psychology study of mixed categories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Defines the compound categories used by the base paper and by Mosaic's taxonomy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Li, Deng, Du [12]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2017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RAF-DB: crowd-sourced real-world faces including compound labels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Source of real compound labels; licence on request (not available in this project)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Su, Rosdi [8]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Systematic review of 62 multimodal emotion-recognition studies (2020-2025)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CNNs remain the main visual extractor; models heavy, poor generalisation across settings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17220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Two further batch-survey items (Ni et al. 2024; Zhou et al. 2024) are known by title and venue only; no result is quoted from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2807" y="20116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[COLLEGE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7" y="621792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Department of Computer Science and Engineering (Data Science)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800"/>
              </a:spcAft>
              <a:buChar char="•"/>
            </a:pP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Most facial emotion recognition handles only single basic emotions, and datasets with mixed-emotion samples are small (batch survey).</a:t>
            </a:r>
          </a:p>
          <a:p>
            <a:pPr algn="l" marL="256032" indent="-201168">
              <a:spcAft>
                <a:spcPts val="1800"/>
              </a:spcAft>
              <a:buChar char="•"/>
            </a:pP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base paper scores its recogniser on images produced by its own generator; recognition of compound emotions on real photographs is shown only qualitatively.</a:t>
            </a:r>
          </a:p>
          <a:p>
            <a:pPr algn="l" marL="256032" indent="-201168">
              <a:spcAft>
                <a:spcPts val="1800"/>
              </a:spcAft>
              <a:buChar char="•"/>
            </a:pP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Few open implementations connect generation, multi-label training and an end-user application, and the effect of the synthetic images on a real test set is rarely isolated with a no-synthesis control.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2807" y="20116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[COLLEGE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2807" y="621792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Department of Computer Science and Engineering (Data Science)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11155680" cy="2286000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Existing systems recognise only single basic emotions.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Real expressions often contain several emotions at once.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Complex-emotion training data is scarce.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Expression-editing methods distort facial identity.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20624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27939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70916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One face photo (upload or webcam frame), optionally with a signed-in account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9" y="420624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4840" y="427939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70916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Scores for 7 basic and 11 compound emotions, the dominant emotion, a face thumbnail and a stored history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420624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83879" y="427939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Need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70916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 system that generates realistic complex-emotion data and recognises multiple emotions in a single face.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92807" y="20116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[COLLEGE NAME]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92807" y="621792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Department of Computer Science and Engineering (Data Science)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1.  Generate identity-preserving facial images with complex emotions using cEmoGANs</a:t>
            </a:r>
          </a:p>
          <a:p>
            <a:pPr algn="l">
              <a:spcAft>
                <a:spcPts val="16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2.  Enlarge the complex-emotion dataset with generated images</a:t>
            </a:r>
          </a:p>
          <a:p>
            <a:pPr algn="l">
              <a:spcAft>
                <a:spcPts val="16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3.  Train a CNN multi-label classifier for basic and complex emotions</a:t>
            </a:r>
          </a:p>
          <a:p>
            <a:pPr algn="l">
              <a:spcAft>
                <a:spcPts val="16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4.  Evaluate recognition performance against single-label baselines</a:t>
            </a:r>
          </a:p>
          <a:p>
            <a:pPr algn="l">
              <a:spcAft>
                <a:spcPts val="16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5.  Provide an interface for emotion recognition from uploaded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2807" y="20116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[COLLEGE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2807" y="621792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Department of Computer Science and Engineering (Data Science)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Per-image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Upload / webcam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70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07919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Haar face detection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75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12919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64x64 grayscale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80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19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CNN, 18 sigmoids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85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22920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+ dominant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790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27919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 + history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063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Training (offline)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474720"/>
            <a:ext cx="5486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Stage 1: 7-class backbone CNN on FER2013 (28,709 faces)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Stage 2: conditional GAN on 2,800 faces, 10 epochs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Stage 3: 2,200 synthetic compound faces (11 pairs x 200) added; 18-output classifier with BCE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06324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Application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474720"/>
            <a:ext cx="53949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FastAPI: register, login, analyze, history, health (JWT, bcrypt)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SQLite stores each analysis as JSON; only the cropped face is saved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Next.js console: upload or webcam, bar chart, compound bars, 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92807" y="20116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[COLLEGE NAME]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92807" y="621792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Department of Computer Science and Engineering (Data Science)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7" name="Picture 6" descr="0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684" y="1463040"/>
            <a:ext cx="5544151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Four tiers: browser, FastAPI service, ML modules (PyTorch + OpenCV), local files; no external service at run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2807" y="20116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[COLLEGE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7" y="621792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Department of Computer Science and Engineering (Data Science)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7" name="Picture 6" descr="02_high_level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339" y="1463040"/>
            <a:ext cx="672084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Three offline stages, then one online pass per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2807" y="20116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[COLLEGE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7" y="621792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Department of Computer Science and Engineering (Data Science)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Preprocessing &amp; Model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576072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FER2013 (Hugging Face mirror, apache-2.0 tag): 28,709 train / 7,178 test faces, 48x48 grayscale, 7 basic labels; no compound labels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Disgust is 1.5% of the training set; the baseline uses class-weighted cross-entropy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Preprocessing: Haar crop, resize 64x64, scale to [-1, 1]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EmotionCNN: 4 conv blocks (32-64-128-128, BatchNorm, ReLU, MaxPool), FC 2048-256, dropout 0.4, out 18; 770,130 parameters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Generator: 5 transposed convs, noise 100 + condition 7, 1,128,353 parameters; compound condition = 0.5 / 0.5 on the two emotions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Adam, batch 256, 5 epochs per CNN; CPU only</a:t>
            </a:r>
          </a:p>
        </p:txBody>
      </p:sp>
      <p:pic>
        <p:nvPicPr>
          <p:cNvPr id="8" name="Picture 7" descr="fig_class_distribu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697308"/>
            <a:ext cx="5394960" cy="27318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4572000"/>
            <a:ext cx="5303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Compound taxonomy: 11 two-emotion categories from the compound-expression work of Du, Tao and Martinez, each labelled with its two basic emotions plus the compound bit.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7" y="20116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[COLLEGE NAME]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2807" y="621792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Department of Computer Science and Engineering (Data Science)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Workflow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7" name="Picture 6" descr="10_flowchart_core_algorith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708" y="1463040"/>
            <a:ext cx="3762102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analyze_image_bytes(): detect face, crop, 64x64, CNN, sigmoid, rank; dominant = argmax of all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2807" y="20116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[COLLEGE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7" y="621792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Department of Computer Science and Engineering (Data Science)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User–System Interaction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7" name="Picture 6" descr="07_sequence_mai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016" y="1463040"/>
            <a:ext cx="5047488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Sequence of one analysis through the router, Haar detector, CNN and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2807" y="20116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[COLLEGE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7" y="621792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Department of Computer Science and Engineering (Data Science)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7" name="Picture 6" descr="09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204" y="1463040"/>
            <a:ext cx="842711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Entity-relationship diagram: users 1 : N analyses; emotion lists stored as 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2807" y="20116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[COLLEGE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7" y="621792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Department of Computer Science and Engineering (Data Science)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11155680" cy="39684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896112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Area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What was built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Backend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FastAPI, SQLAlchemy/SQLite, JWT (HS256, 7 days), bcrypt, pydantic schemas, CORS for localhost:3000; 8 endpoints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PyTorch CPU: EmotionCNN (7 or 18 outputs), conditional GAN, Haar detector, 3-stage pipeline (run_pipeline.py)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Frontend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Next.js 16 / React 19 / TypeScript: landing page, login, register, analyze (upload or webcam), history; Recharts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FER2013 pickles (28,709 + 7,178); 2,200 synthetic compound faces generated per training run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Quality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28 pytest tests (units, API, privacy); 24 abuse probes; production build used for the screens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Added in this run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classifier_final.pt trained (it was missing); experiments, tests and API measurements added under scripts/ and backend/tests/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892807" y="20116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[COLLEGE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2807" y="621792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Department of Computer Science and Engineering (Data Science)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– Model Performance (FER2013 test, 7,178 faces)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45920"/>
          <a:ext cx="11155680" cy="21031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675120"/>
                <a:gridCol w="2286000"/>
                <a:gridCol w="2194560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Accuracy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Macro-F1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Single-label baseline (shipped stage-1 CNN, 5 epochs)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50.56%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0.473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Final multi-label model (shipped, 5 + 5 epochs, argmax of 7 basic outputs)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58.14%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0.538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Control: real data only, same recipe (mean of 3 seeds)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58.10 ± 1.59%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54.67 ± 0.92%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Real + 200 synthetic per compound class (mean of 3 seeds)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58.86 ± 0.57%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53.51 ± 0.82%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fig_abl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029" y="3886200"/>
            <a:ext cx="5143940" cy="2468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3931920"/>
            <a:ext cx="51206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7.6-point gain over the baseline is explained by five extra epochs: the real-only control reaches the same level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Synthetic faces change accuracy by less than the seed-to-seed spread and lower macro-F1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Always predicting 'happy' scores 24.7%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7" y="20116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[COLLEGE NAME]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2807" y="621792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Department of Computer Science and Engineering (Data Science)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&amp; Per-Class F1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7" name="Picture 6" descr="fig_confusion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989" y="1645920"/>
            <a:ext cx="4460421" cy="4023360"/>
          </a:xfrm>
          <a:prstGeom prst="rect">
            <a:avLst/>
          </a:prstGeom>
        </p:spPr>
      </p:pic>
      <p:pic>
        <p:nvPicPr>
          <p:cNvPr id="8" name="Picture 7" descr="fig_per_class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6236" y="1645920"/>
            <a:ext cx="6483927" cy="3291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76072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Final model, rows = true class, columns = predicted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5029200"/>
            <a:ext cx="6492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Strongest: happy F1 0.80, surprise 0.74; weakest: disgust 0.32 (precision 1.00, recall 0.19), fear 0.38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Fear, sad and neutral are confused with each other, the usual FER2013 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2807" y="20116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[COLLEGE 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2807" y="621792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Department of Computer Science and Engineering (Data Science)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Analysis – Compound Threshold &amp; GAN Condition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7" name="Picture 6" descr="fig_compound_thresh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97" y="1600200"/>
            <a:ext cx="5577445" cy="2834640"/>
          </a:xfrm>
          <a:prstGeom prst="rect">
            <a:avLst/>
          </a:prstGeom>
        </p:spPr>
      </p:pic>
      <p:pic>
        <p:nvPicPr>
          <p:cNvPr id="8" name="Picture 7" descr="fig_gan_fide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199" y="1600200"/>
            <a:ext cx="5623281" cy="2834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4572000"/>
            <a:ext cx="1115568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5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Threshold sweep 0.05 to 0.5 on 1,100 fresh synthetic compound faces: compound recall 97% at 0.05 (everything fires, ROC-AUC 0.50) and 0% from 0.2 up; no threshold separates the compound classes</a:t>
            </a:r>
          </a:p>
          <a:p>
            <a:pPr algn="l" marL="256032" indent="-201168">
              <a:spcAft>
                <a:spcPts val="5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Real-only control scores the same AUC (0.50); on real faces no compound output reaches 0.3 (mean top 0.0002)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Generator test: a classifier reads the intended emotion on 15.0% of generated faces (chance 14.3%); compound pairs: top-2 equals the pair 8.3% (chance 4.8%)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7" y="20116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[COLLEGE NAME]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2807" y="621792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Department of Computer Science and Engineering (Data Science)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Testing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11155680" cy="39502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60320"/>
                <a:gridCol w="8595360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Measure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Result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API latency (127.0.0.1, CPU)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Analyze p50 19 ms, p95 26 ms (signed-in with storage p50 28 ms); login (bcrypt) p50 219 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Automated tests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28 pytest tests pass in 3.6 s: taxonomy, tokens, shapes, preprocessing, synthesis labels, auth, analyze, history privacy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Abuse probes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24/24 behave as expected; text, empty and truncated uploads end in HTTP 500 (no handler); unlisted CORS origins refused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Face detection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Haar finds 0% of native 48x48 faces and 56.5% after 3x upscaling; on those faces accuracy is 55.8% through the product path vs 66.2% with a direct resize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Training cost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Final classifier: 10 min 37 s for 5 epochs on a shared CPU (about 2 min per epoch); no GPU used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892807" y="20116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[COLLEGE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2807" y="621792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Department of Computer Science and Engineering (Data Science)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 (context only – different data and scoring)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00200"/>
          <a:ext cx="11155680" cy="34015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4480560"/>
                <a:gridCol w="448056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Khine et al. (base paper)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Mosaic (this project)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Training 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CK+, JAFFE, MUG; cEmoGAN-generated compound faces (15,000)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FER2013 real faces (28,709) + 2,200 synthetic compound faces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Generator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Encoder (identity-preserving latent) + conditional GAN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Conditional GAN only; no identity encoder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Scored 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Split of its own generated images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Real FER2013 test faces, basic labels only (7,178)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Headline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f-beta 0.99 / 0.99 / 0.80; exact match 100% / 99% / 68.7%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Accuracy 58.14%, macro-F1 0.538; compound ROC-AUC 0.50 (chance)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Compound result on real photos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Qualitative examples only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Compound outputs near zero (mean top 0.0002)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16636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Not comparable: different datasets, different test images (generated vs real), different label sets. The base paper's scores say its recogniser reads its own generator's output; ours say a small CNN reaches about 58% on real FER2013.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Closest independent reference: a lightweight CNN on FER-2013 reaches 51.6% [6]; our baseline 50.6%, final 58.1% (splits not guaranteed identical).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2807" y="20116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[COLLEGE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7" y="621792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Department of Computer Science and Engineering (Data Science)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Analyze a Face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7" name="Picture 6" descr="08_result_happy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812" y="1645920"/>
            <a:ext cx="5240615" cy="38862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12_result_neutral_misread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812" y="1645920"/>
            <a:ext cx="5240615" cy="38862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623560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Left: a happy face is read as Happy (47%) with Surprise close behind; the compound bars all show 0% (real FER2013 test faces, production build). Right: a neutral face read as Fear (24%), one of the misses behind the 58% accuracy. The thumbnail beside the dominant emotion shows a broken image (known defect).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7" y="20116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[COLLEGE NAME]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2807" y="621792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Department of Computer Science and Engineering (Data Science)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Generated Face and No-Face Case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7" name="Picture 6" descr="14_result_gan_happily_surprised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812" y="1645920"/>
            <a:ext cx="5240615" cy="38862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16_result_no_face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812" y="1645920"/>
            <a:ext cx="5240615" cy="38862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623560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Left: a face from the project's own cEmoGAN conditioned on 'happily surprised': a blurry blob, read as Sad (53%), compound scores about 1%. Right: a real 48x48 FER2013 face as uploaded is not found by the Haar detector: the API answers with face_detected false.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7" y="20116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[COLLEGE NAME]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2807" y="621792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Department of Computer Science and Engineering (Data Science)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History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pic>
        <p:nvPicPr>
          <p:cNvPr id="7" name="Picture 6" descr="17_history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812" y="1645920"/>
            <a:ext cx="5240615" cy="38862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18_history_detail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812" y="1645920"/>
            <a:ext cx="5240615" cy="38862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623560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Left: stored analyses of the signed-in user, newest first, with dominant emotion and confidence (delete on hover). Right: a saved result opened by id; the route exists but nothing in the UI links to it, so it was opened by URL.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7" y="20116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[COLLEGE NAME]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2807" y="621792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Department of Computer Science and Engineering (Data Science)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Objectives vs Outcomes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3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Built and tested end to end: Haar detection, an 18-output CNN, accounts, history and a console; 58.14% on real FER2013 against a 50.56% baseline.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compound capability is not demonstrated: its outputs are inert on real faces and at chance on synthetic ones, and the GAN does not follow its condition.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743200"/>
          <a:ext cx="11155680" cy="30175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57200"/>
                <a:gridCol w="4206240"/>
                <a:gridCol w="649224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#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Objective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Outcome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Identity-preserving compound faces with cEmoGANs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Not achieved: no identity encoder; generator ignores its condition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Enlarge the complex-emotion dataset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Done mechanically (2,200 faces); no accuracy or compound benefit measured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CNN multi-label classifier, basic + compound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Basic: 58.14%; compound outputs not functional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Evaluate against single-label baselines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Done: baseline 50.56%; real-only control 58.1 ± 1.6%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Interface for uploaded images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Achieved; 28 tests; known defects listed in the report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892807" y="20116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[COLLEGE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7" y="621792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Department of Computer Science and Engineering (Data Science)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Train the GAN to convergence on a larger, identity-labelled set and add the base paper's encoder so that identity is preserved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Obtain real compound labels (for example RAF-DB compound subset, licence permitting) to evaluate and fine-tune the compound outputs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Weight or oversample synthetic faces, add a dedicated compound head and report exact-match ratio and per-class F1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Train on Haar-style crops, or use a stronger detector, to close the training/serving gap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Fix the product defects: error handling for bad uploads, thumbnail URL, link to the detail page, session after reload, e-mail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2807" y="20116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[COLLEGE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2807" y="621792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Department of Computer Science and Engineering (Data Science)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115568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[1]  W. S. S. Khine, P. Siritanawan and K. Kotani, "Complex emotion estimation using analysis-by-synthesis of facial expression images," IEEE Access, vol. 13, pp. 88731-88744, 2025, doi: 10.1109/ACCESS.2025.3570167.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[2]  S. Liu, S. Ni and H. Cai, "Facial expression recognition with contrastive disentangled generative adversarial network," Electronics, vol. 14, no. 19, p. 3795, Sep. 2025, doi: 10.3390/electronics14193795.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[4]  F. Khemakhem and H. Ltifi, "Neural style transfer generative adversarial network (NST-GAN) for facial expression recognition," Int. J. Multimedia Inf. Retr., vol. 12, no. 2, Art. no. 26, 2023, doi: 10.1007/s13735-023-00285-6.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[6]  C. Galkaduwa, "An empirical study of handcrafted feature learning and convolutional neural networks for facial expression recognition," arXiv:2607.15288, Jun. 2026.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[7]  X. Liu et al., "Compound expression recognition via multi model ensemble for the ABAW7 challenge," arXiv:2407.12257, Jul. 2024.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[9]  S. Du, Y. Tao and A. M. Martinez, "Compound facial expressions of emotion," Proc. Nat. Acad. Sci. USA, vol. 111, no. 15, pp. E1454-E1462, Apr. 2014, doi: 10.1073/pnas.1322355111.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[11]  I. J. Goodfellow et al., "Challenges in representation learning: A report on three machine learning contests," Neural Netw., vol. 64, pp. 59-63, 2015, doi: 10.1016/j.neunet.2014.09.005.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[16]  I. Goodfellow et al., "Generative adversarial nets," in Adv. Neural Inf. Process. Syst. (NIPS), vol. 27, 2014, pp. 2672-2680.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[17]  M. Mirza and S. Osindero, "Conditional generative adversarial nets," arXiv:1411.1784, Nov. 2014.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[23]  P. Viola and M. Jones, "Rapid object detection using a boosted cascade of simple features," in Proc. IEEE Comput. Soc. Conf. Comput. Vis. Pattern Recognit. (CVPR), vol. 1, 2001, pp. I-511-I-518, doi: 10.1109/CVPR.2001.990517.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2807" y="20116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[COLLEGE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2807" y="621792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Department of Computer Science and Engineering (Data Science)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A16  |  Final Review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8" name="TextBox 7"/>
          <p:cNvSpPr txBox="1"/>
          <p:nvPr/>
        </p:nvSpPr>
        <p:spPr>
          <a:xfrm>
            <a:off x="1892807" y="20116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[COLLEGE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2807" y="621792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Department of Computer Science and Engineering (Data Science)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saic">
  <a:themeElements>
    <a:clrScheme name="Mosaic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osaic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saic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Complex Emotion Recognition Using Facial Expression Images - Final Review</dc:title>
  <dc:subject>Mosaic</dc:subject>
  <dc:creator>Batch A16, Dept. of CSE (Data Science)</dc:creator>
  <cp:lastModifiedBy>Batch A16, Dept. of CSE (Data Science)</cp:lastModifiedBy>
  <cp:revision>1</cp:revision>
  <dcterms:created xsi:type="dcterms:W3CDTF">2026-10-07T05:03:03Z</dcterms:created>
  <dcterms:modified xsi:type="dcterms:W3CDTF">2026-10-07T05:03:03Z</dcterms:modified>
  <dc:description/>
  <cp:keywords>facial emotion recognition, compound emotions, cEmoGAN, multi-label CNN, FER2013</cp:keywords>
</cp:coreProperties>
</file>