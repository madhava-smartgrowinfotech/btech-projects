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ANALYSING MILLET SEED GERMINATION PREDICTION USING JEPA LLM TUNING MODELS AND CROP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372459" algn="l"/>
              </a:tabLst>
            </a:pP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372459" algn="l"/>
              </a:tabLst>
            </a:pP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1 A.ROHINI</a:t>
            </a: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	23K91A6710</a:t>
            </a:r>
          </a:p>
          <a:p>
            <a:pPr algn="l">
              <a:tabLst>
                <a:tab pos="2372459" algn="l"/>
              </a:tabLst>
            </a:pP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2 A.CHARAN</a:t>
            </a: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	23K91A6709</a:t>
            </a:r>
          </a:p>
          <a:p>
            <a:pPr algn="l">
              <a:tabLst>
                <a:tab pos="2372459" algn="l"/>
              </a:tabLst>
            </a:pP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3 B.PRAVEEN</a:t>
            </a: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	23K91A6718</a:t>
            </a:r>
          </a:p>
          <a:p>
            <a:pPr algn="l">
              <a:tabLst>
                <a:tab pos="2372459" algn="l"/>
              </a:tabLst>
            </a:pP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4 STUDENT NAME</a:t>
            </a:r>
            <a:r>
              <a:rPr lang="en-US" sz="1750" b="1" dirty="0">
                <a:solidFill>
                  <a:srgbClr val="92D050"/>
                </a:solidFill>
                <a:latin typeface="Copperplate Gothic Bold" pitchFamily="34" charset="0"/>
              </a:rPr>
              <a:t>	REG. NO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A12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Millet is a nutritious crop that grows well in different climates and supports sustainable farming.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Seed germination capacity decides crop establishment and final yield.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Germination is normally tested manually by sowing samples and counting sprouts, which takes days.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can predict germination from seed images, but labelled germination data is scarce.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Self-supervised JEPA learns image features from unlabelled seeds, and LLMs can explain results to farmers.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 millet seed germination prediction system that combines JEPA, crop analysis and an explainable LLM.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Millet is a healthy, climate-resilient crop, and seed germination directly affects crop growth and yield.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Germination is usually checked manually, which is slow, error-prone and hard to scale to large seed batches.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JEPA learns useful features from millet seed images without needing large amounts of labelled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These features are combined with soil moisture, temperature, humidity, rainfall, soil pH and seed type to predict germination.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fine-tuned LLM explains each prediction in simple language and suggests better seed selection and crop management through a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Manual germination tests: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seeds are sown and sprouted seeds counted after several days.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Visual seed inspection by experts based on size, colour and shape.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CNN models such as VGG19, ResNet50 and EfficientNet trained on labelled seed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Crop advisory systems that use soil and weather data without seed-level analysis.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tests are slow, labour-intensive and error-prone.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Large seed batches cannot be checked quickly.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Supervised CNNs need large labelled germination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Image-only models ignore soil and environmental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Predictions are not explained in a way farmers can act 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JEPA learns features from millet seed images using little labelled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 features are combined with soil moisture, temperature, humidity, rainfall, soil pH and seed type.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machine learning model predicts whether each seed will germinate.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fine-tuned LLM explains the prediction and suggests better seed selection and crop management.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web application lets users upload seed images, enter crop details and view predictions.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Gather millet seed images with germination labels, plus crop and environmental records.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Resize, normalise and augment seed images; clean and scale the tabular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JEPA Pre-training: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JEPA encoder self-supervised on unlabelled seed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Feature Fusion: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Combine JEPA embeddings with soil moisture, temperature, humidity, rainfall, soil pH and seed type.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Prediction Model: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an ML classifier to predict germination.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LLM Explanation: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Fine-tune an LLM to explain predictions and suggest seed and crop management 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precision, recall, F1-score and the confusion matrix.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Web Application: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pages to upload images, enter crop details and view results.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16 GB recommended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NVIDIA GPU or Google Colab for training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30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Camera: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Smartphone / digital camera for seed images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Deep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PyTorch (JEPA / ViT)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XGBoost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LLM: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Hugging Face Transformers with LoRA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Image Processing: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Web App: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Streamlit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predicts millet seed germination from images and crop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JEPA reduces the need for large labelled seed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LLM explanations turn predictions into practical advice for farmers.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offers a fast, low-cost way to check seed quality, improve yield and reduce seed wastage.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