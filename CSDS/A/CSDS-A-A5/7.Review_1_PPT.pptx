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300" b="1" dirty="0">
                <a:solidFill>
                  <a:schemeClr val="accent2"/>
                </a:solidFill>
                <a:latin typeface="Copperplate Gothic Bold" pitchFamily="34" charset="0"/>
              </a:rPr>
              <a:t>JEPA-LLM TUNING FRAMEWORK FOR COMBATING GST AND SALES TAX INPUT TAX CREDIT FRAUD PATTERN DETECTION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12090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12090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1 B.ASHRITHA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23K91A6732</a:t>
            </a:r>
          </a:p>
          <a:p>
            <a:pPr algn="l">
              <a:tabLst>
                <a:tab pos="212090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2 B.DIVYA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23K91A6739</a:t>
            </a:r>
          </a:p>
          <a:p>
            <a:pPr algn="l">
              <a:tabLst>
                <a:tab pos="212090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3 A.KISHORE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23K91A6716</a:t>
            </a:r>
          </a:p>
          <a:p>
            <a:pPr algn="l">
              <a:tabLst>
                <a:tab pos="212090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4 A.YAGNESH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23K91A6711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DR. N. CH. RAVI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GST lets businesses claim Input Tax Credit on taxes paid for purchases, which makes the system a target for fraud.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Fraudsters generate fake invoices, run circular trading loops and use shell companies to claim credit without genuine transactions.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Such fraud causes large revenue losses and weakens trust in the tax system.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Fraud patterns are spread across invoices, taxpayers and filing cycles, so they are hard to see in individual records.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Confirmed fraud labels are scarce, which limits purely supervised machine learning.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combines self-supervised JEPA representation learning with an LLM to detect and explain ITC fraud patterns.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Input Tax Credit fraud in GST and Sales Tax, through fake invoices, circular trading and shell companies, causes major revenue leakage.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audits and rule-based checks are slow and reactive, and miss fraud hidden across invoices, taxpayers and filing cycles.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uses a Joint Embedding Predictive Architecture (JEPA) to learn normal GST behaviour from largely unlabelled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Invoice-level, taxpayer-behaviour and network-level features are combined, and deviations from learned patterns are scored as suspicious.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tuned LLM explains each flagged claim in natural language to support tax officers' investigations.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Tax authorities rely on manual audits and investigations after fraud is suspected.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Rule-based checks flag mismatches between GST returns and invoice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Supervised ML models classify fraud using labelled historical cases.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Forensic accounting and network analysis are applied case by case by investigators.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audits are slow and detect fraud only after revenue is lost.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Fixed rules are easily evaded as fraudsters change tactics.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Supervised models need labelled fraud cases, which are scarce.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Checks on individual transactions miss circular trading and shell-company networks.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Most systems give fraud scores without explaining why a claim is suspicious.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JEPA module learns compact predictive embeddings of normal GST behaviour from unlabelled invoices, returns and transaction flows.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Invoice-level, taxpayer-behaviour and buyer-seller network features are combined in a multi-layer fraud assessment.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Deviations from learned behaviour are converted into fraud risk scores for taxpayers and invoice chains.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Target patterns include fake invoices, circular trading, shell entities and abnormal spikes in ITC claims.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tuned LLM generates natural-language explanations of why each claim was flagged.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Preparation: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Build a GST dataset of invoices, returns, taxpayer profiles and transaction links, using synthetic data where needed.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Feature Engineering: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Derive invoice, taxpayer-behaviour and network-level features.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Graph Construction: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Model buyer-seller relationships to expose circular trading and shell clusters.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JEPA Training: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the JEPA encoder self-supervised to predict embeddings of normal behaviour.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Fraud Scoring: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Score deviations from learned behaviour and rank suspicious taxpayers and invoices.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LLM Tuning: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Tune an LLM to generate explanations of flagged patterns.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Measure precision, recall and F1-score on labelled cases and review explanation quality.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Dashboard: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Present risk scores, fraud networks and explanations to tax officers.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i5/i7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16 GB recommended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GPU: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NVIDIA GPU or Google Colab for training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50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Deep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PyTorch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Graph Analysis: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NetworkX / PyTorch Geometric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LLM: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Hugging Face Transformers with LoRA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Data Handling: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pandas, NumPy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 dashboard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framework detects GST ITC fraud by learning normal behaviour instead of relying only on labelled fraud cases.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Combining invoice, taxpayer and network features exposes fraud rings such as circular trading and shell companies.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LLM explanations make every flag transparent and easier for officers to investigate.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supports faster, proactive and more explainable tax fraud detection.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