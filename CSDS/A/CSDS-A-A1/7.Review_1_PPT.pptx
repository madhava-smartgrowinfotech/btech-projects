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solidFill>
                  <a:schemeClr val="accent2"/>
                </a:solidFill>
                <a:latin typeface="Copperplate Gothic Bold" pitchFamily="34" charset="0"/>
              </a:rPr>
              <a:t>AI HEALTH INSURANCE ASSISTANCE USING LLM +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484834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484834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1 G.PRANATHI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23K91A6764</a:t>
            </a:r>
          </a:p>
          <a:p>
            <a:pPr algn="l">
              <a:tabLst>
                <a:tab pos="2484834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2 CH.AISHWARYA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23K91A6747</a:t>
            </a:r>
          </a:p>
          <a:p>
            <a:pPr algn="l">
              <a:tabLst>
                <a:tab pos="2484834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3 BHAVANSH MANE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23K91A6728</a:t>
            </a:r>
          </a:p>
          <a:p>
            <a:pPr algn="l">
              <a:tabLst>
                <a:tab pos="2484834" algn="l"/>
              </a:tabLst>
            </a:pP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4 B.DEEKSHITH</a:t>
            </a:r>
            <a:r>
              <a:rPr lang="en-US" sz="1650" b="1" dirty="0">
                <a:solidFill>
                  <a:srgbClr val="92D050"/>
                </a:solidFill>
                <a:latin typeface="Copperplate Gothic Bold" pitchFamily="34" charset="0"/>
              </a:rPr>
              <a:t>	24K95A6701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Health insurance is essential for managing medical costs, but policy documents are long and written in dense legal and technical language.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Policyholders often cannot tell what is covered, what is excluded and which conditions apply until a claim is rejected.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Understanding a policy or filing a claim usually depends on agents, call centres or other expert intermediaries.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Large Language Models can explain complex text simply, but on their own they may produce answers the policy does not support.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Retrieval-Augmented Generation grounds every LLM answer in the relevant clauses retrieved from the user's own policy document.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an AI health insurance assistant that combines RAG and an LLM to explain policies and guide users through claims.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Health insurance policies are long, technical documents, so users struggle to understand coverage, exclusions, deductibles and claim procedures.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builds an AI health insurance assistant that combines Retrieval-Augmented Generation (RAG) with a Large Language Model (LLM).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Uploaded policy documents are parsed to extract key attributes such as policy number, coverage limits, deductibles, exclusions and benefit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conversational chatbot answers policy-specific questions in plain language, grounded in and citing the retrieved policy clauses.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assistant also guides claims with eligibility pre-checks, evidence checklists and step-by-step procedures, and supports plan comparison.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Insurers publish policy wordings as long PDF documents that users must read and interpret on their own.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Customer queries are handled by agents, call centres and FAQ pages that give generic rather than policy-specific answers.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Comparison websites compare premiums and headline benefits but do not explain exclusions or claim conditions.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General-purpose chatbots answer from broad training data rather than the user's actual policy document.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Policy wording is technical and lengthy, so key exclusions and conditions are easily missed.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Answers from agents and helplines are slow, inconsistent and depend on human availability.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Generic chatbots can hallucinate coverage details because their answers are not grounded in the policy.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No single tool automatically extracts key attributes such as deductibles, limits and waiting periods.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Claim filing offers no guided pre-checks for eligibility or required documents.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Users receive answers without references to the clauses that support them.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 AI assistant reads uploaded health insurance documents and extracts policy number, coverage limits, deductibles, exclusions and benefit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Policy text is split into chunks, embedded and stored in a vector database for semantic retrieval.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For each question, RAG retrieves the most relevant clauses and the LLM generates a plain-language answer citing them.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Claim guidance provides eligibility pre-checks, evidence checklists and step-by-step procedural instructions.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Summaries highlight risks, exceptions, cost and coverage trade-offs and recommended next actions.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Collection: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Gather sample health insurance policy documents, brochures and claim-procedure guides.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Preprocessing: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Extract text from PDFs, clean it and split it into overlapping clause-level chunks.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Attribute Extraction: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Identify policy number, sum insured, deductibles, exclusions, waiting periods and benefit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Embedding &amp; Indexing: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Convert chunks into vector embeddings and store them in a vector database.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Retrieval: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Retrieve the top-matching clauses for each user query by semantic similarity.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Answer Generation: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Pass the query and retrieved clauses to the LLM to produce a grounded answer with clause references.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Claim Guidance: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Generate eligibility pre-checks, document checklists and step-by-step claim instructions.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Measure answer relevance, faithfulness to the policy and response time on test questions.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Network: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Stable internet connection for LLM API access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Operating System: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Windows 10/11 or Linux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Frameworks: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LangChain, FastAPI / Flask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LLM: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OpenAI GPT / Gemini API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Vector Store: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FAISS / ChromaDB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PDF Processing: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PyMuPDF / pdfplumber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Streamlit / React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assistant turns lengthy, technical health insurance documents into clear, policy-specific answers.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Grounding LLM responses in retrieved clauses improves reliability and lets users verify every answer.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Claim guidance and plan comparison reduce dependence on intermediaries and shorten decision cycles.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lays a foundation for benefit notifications, provider-portal integration and personalised recommendations.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