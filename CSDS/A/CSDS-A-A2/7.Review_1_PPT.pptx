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450" b="1" dirty="0">
                <a:solidFill>
                  <a:schemeClr val="accent2"/>
                </a:solidFill>
                <a:latin typeface="Copperplate Gothic Bold" pitchFamily="34" charset="0"/>
              </a:rPr>
              <a:t>ATTENDANCE MAGIC: A SMART GEO-FENCED ATTENDANCE SYSTEM WITH LIVE CHALLENGE VERIFICATION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236509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236509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1 A.GREESHMA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23K91A6706</a:t>
            </a:r>
          </a:p>
          <a:p>
            <a:pPr algn="l">
              <a:tabLst>
                <a:tab pos="2236509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2 B.VINAY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23K91A6740</a:t>
            </a:r>
          </a:p>
          <a:p>
            <a:pPr algn="l">
              <a:tabLst>
                <a:tab pos="2236509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3 G.SRIRAM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23K91A6757</a:t>
            </a:r>
          </a:p>
          <a:p>
            <a:pPr algn="l">
              <a:tabLst>
                <a:tab pos="2236509" algn="l"/>
              </a:tabLst>
            </a:pP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4 B.SAI KUMAR</a:t>
            </a:r>
            <a:r>
              <a:rPr lang="en-US" sz="1900" b="1" dirty="0">
                <a:solidFill>
                  <a:srgbClr val="92D050"/>
                </a:solidFill>
                <a:latin typeface="Copperplate Gothic Bold" pitchFamily="34" charset="0"/>
              </a:rPr>
              <a:t>	24K95A6704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Attendance is a daily requirement in educational institutions and affects academic eligibility and records.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roll calls and sign-in sheets consume class time and are prone to errors and proxy attendance.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Digital options such as QR codes and shared links are easy to forward to absent students.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Face recognition can confirm identity, but a static photo or video can still be used to spoof it.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Combining location verification, liveness detection and face matching makes proxy attendance significantly harder.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Attendance Magic, a geo-fenced attendance system with live facial challenge verification.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Attendance Magic is a secure, AI-assisted attendance system that reduces proxy attendance, manual errors and the time spent recording attendance.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Faculty create time-bound attendance sessions with configurable geographic boundaries, and students join through a unique session link.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Security combines JWT authentication, GPS location verification, session expiry, device identification and roll-number restrictions.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After location checks, students complete a random live facial challenge verified with MediaPipe landmarks and InsightFace embeddings.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Each captured face is compared with faces already recorded in the session, and records can be viewed and exported to Excel.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roll calls and paper attendance registers maintained by faculty.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Biometric fingerprint devices installed in classrooms or at entrances.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QR-code or link-based attendance through learning management systems.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Face recognition attendance using CNN models on a classroom camera feed.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methods waste class time and allow proxy attendance.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QR codes and attendance links can be shared with students who are not present.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Fingerprint devices need dedicated hardware, are shared contact points and create queues.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Face recognition without a liveness check can be fooled by photos or videos.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Existing systems do not verify that the student is physically within the classroom area.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One person can mark attendance for several identities if duplicate faces are not checked.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Faculty create time-bound attendance sessions with a configurable geo-fence and share a unique session link.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Students are authenticated with JWT and verified by GPS location, device identity and roll-number restrictions.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random live facial challenge, such as turning the head, is verified in real time using MediaPipe landmarks.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InsightFace embeddings compare the captured face with faces already recorded in the session to block duplicate identities.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Faculty view attendance summaries and lists and export records to Excel.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Requirement Analysis: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Define session rules, geo-fence radius, user roles and proxy-prevention checks.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Session Management: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Faculty create time-bound sessions with location boundaries and unique links.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Authentication: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Authenticate students with JWT and apply device and roll-number restrictions.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Location Verification: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Compare the student's GPS coordinates with the session geo-fence.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Liveness Challenge: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Issue a random head-movement challenge and verify it with MediaPipe facial landmarks.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Face Matching: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Generate InsightFace embeddings and check similarity against faces already captured in the session.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Record Storage: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Save verified attendance with timestamps in PostgreSQL on Supabase.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Testing: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Evaluate proxy-prevention checks, verification accuracy and response time.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Camera: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Smartphone or laptop front camera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GPS: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Location-enabled smartphone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10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Frontend: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React, Tailwind CSS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Django REST Framework with JWT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Face AI: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MediaPipe, InsightFace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Database: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PostgreSQL on Supabase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Python, JavaScript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VS Code, 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Attendance Magic replaces manual attendance with a fast, secure digital workflow.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Layered checks of geo-fencing, device identity, live facial challenge and duplicate-face matching make proxy attendance significantly harder.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Faculty save time through automatic records, summaries and Excel export.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scales across classes and institutions and improves the reliability of attendance records.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