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700" b="1" dirty="0">
                <a:solidFill>
                  <a:schemeClr val="accent2"/>
                </a:solidFill>
                <a:latin typeface="Copperplate Gothic Bold" pitchFamily="34" charset="0"/>
              </a:rPr>
              <a:t>AI POWERED INTELLIGENT HOSPITAL PATIENT FLOW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212340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212340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1 A.RAMU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23K91A6715</a:t>
            </a:r>
          </a:p>
          <a:p>
            <a:pPr algn="l">
              <a:tabLst>
                <a:tab pos="2212340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2 B.RUSHI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23K91A6720</a:t>
            </a:r>
          </a:p>
          <a:p>
            <a:pPr algn="l">
              <a:tabLst>
                <a:tab pos="2212340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3 B.RAJ KUMAR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23K91A6725</a:t>
            </a:r>
          </a:p>
          <a:p>
            <a:pPr algn="l">
              <a:tabLst>
                <a:tab pos="2212340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4 A.PRABHAS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23K91A6703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Hospitals manage large numbers of patients every day across many departments.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Registration, billing and appointments are digital, but activities inside the hospital are still largely manual.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Nurses call names in waiting areas, lab staff manage queues by hand and bed availability is checked by phone.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Patients move between OPD, laboratory, pharmacy, wards and ICU, so poor coordination causes delays.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AI can predict waiting times, prioritise emergencies and support resource allocation.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builds an AI-powered system that manages and optimises patient flow across the hospital.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Hospitals handle large patient volumes, yet queues, lab tests and bed or ICU availability are still managed manually.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 coordination increases waiting time, creates confusion and reduces operational efficiency.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automates the patient journey with digital tokens, movement tracking, lab test scheduling and real-time bed and ICU monitoring.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Separate dashboards serve doctors, nurses, laboratory staff and administrators.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AI predicts patient waiting time, prioritises emergency cases and assists bed and ICU allocation.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Hospital Management Systems handle registration, billing and appointments.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Waiting areas rely on manual name calling or simple token displays.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Laboratory queues and test scheduling are managed manually by staff.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Bed and ICU availability is confirmed through phone calls and registers.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 queue handling causes long and unpredictable waiting times.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Departments lack real-time information about patient location and status.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Bed and ICU availability is not visible instantly, which delays admissions.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Emergency cases are not prioritised automatically.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Staff workload increases because coordination is manual.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Digital tokens are generated at registration, and patients are tracked across departments.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Laboratory tests are scheduled automatically to reduce queues.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Bed and ICU availability is monitored and updated in real time.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Role-based dashboards serve doctors, nurses, laboratory staff and administrators.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AI models predict waiting time, prioritise emergencies and recommend bed and ICU allocation.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Requirement Analysis: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Map the patient journey across OPD, laboratory, pharmacy, wards and ICU.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Token System: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Generate digital tokens at registration and display queue status.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Patient Tracking: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Update patient status as they move between departments.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Lab Scheduling: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Schedule laboratory tests automatically based on queue load.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Resource Monitoring: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Track bed and ICU availability in real time.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AI Models: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Train models to predict waiting time and classify emergency priority.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Dashboards: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Build role-based dashboards for doctors, nurses, lab staff and administrators.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Testing: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Evaluate waiting-time reduction and prediction accuracy on sample hospital data.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8 GB or higher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20 GB free space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Display: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Screen for token and queue display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Python, JavaScript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Backend: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Django / Flask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Frontend: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React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Database: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MySQL / PostgreSQL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Machine Learning: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scikit-learn, pandas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Tools: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VS Code, 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automates the patient journey from registration to discharge.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Real-time tracking and dashboards improve coordination between departments.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AI-based prediction and prioritisation reduce waiting time and support critical cases.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Hospitals gain lower staff workload, better resource use and faster care.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