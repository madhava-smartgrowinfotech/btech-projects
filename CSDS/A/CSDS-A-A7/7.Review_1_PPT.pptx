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solidFill>
                  <a:schemeClr val="accent2"/>
                </a:solidFill>
                <a:latin typeface="Copperplate Gothic Bold" pitchFamily="34" charset="0"/>
              </a:rPr>
              <a:t>SHEGUARD: AI POWERED WOMEN’S SAFETY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326699" algn="l"/>
              </a:tabLst>
            </a:pP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326699" algn="l"/>
              </a:tabLst>
            </a:pP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1 CH.AARTHI</a:t>
            </a: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	23K91A6741</a:t>
            </a:r>
          </a:p>
          <a:p>
            <a:pPr algn="l">
              <a:tabLst>
                <a:tab pos="2326699" algn="l"/>
              </a:tabLst>
            </a:pP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2 D.PRANATHI</a:t>
            </a: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	23K91A6748</a:t>
            </a:r>
          </a:p>
          <a:p>
            <a:pPr algn="l">
              <a:tabLst>
                <a:tab pos="2326699" algn="l"/>
              </a:tabLst>
            </a:pP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3 BALA VIGNESH</a:t>
            </a: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	23K91A6717</a:t>
            </a:r>
          </a:p>
          <a:p>
            <a:pPr algn="l">
              <a:tabLst>
                <a:tab pos="2326699" algn="l"/>
              </a:tabLst>
            </a:pP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4 A.VISHAL</a:t>
            </a:r>
            <a:r>
              <a:rPr lang="en-US" sz="1800" b="1" dirty="0">
                <a:solidFill>
                  <a:srgbClr val="92D050"/>
                </a:solidFill>
                <a:latin typeface="Copperplate Gothic Bold" pitchFamily="34" charset="0"/>
              </a:rPr>
              <a:t>	23K91A6704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Women's safety in public places remains a major social concern.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Harassment and assault can occur on isolated streets as well as in crowded places.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Many safety apps provide an SOS button, but using it takes time and access to the phone.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 a real emergency the user may be frightened or unable to perform several actions.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Combining prevention, quick activation, live communication and evidence storage can reduce response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SHEGUARD, an AI-powered women's safety platform covering the full emergency lifecycle.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Women face harassment, stalking and assault in both isolated and crowded public places.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Most safety apps depend on the user manually opening the app and pressing an SOS button during an emergency.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SHEGUARD supports users before, during and after an emergency through Safe Route guidance, SafePhrase activation and Smart SOS.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 emergency shares live location with trusted guardians and preserves timestamps, location, audio and image evidence.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platform uses Flutter, the Gemini API and Supabase, with role-based access and Row Level Security.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SOS and panic-button apps send alerts to emergency contacts.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Government helplines and apps connect users to the police.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IoT wearables with GPS and GSM send location alerts when triggered.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Map apps suggest the fastest route without considering safety.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SOS must be triggered manually, which is difficult during an emergency.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Most apps focus only on sending an alert, not on prevention or follow-up.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Routes are chosen for speed, not safety.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Evidence such as audio, images and timestamps is rarely preserved securely.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Guardians receive one-time alerts instead of live location updates.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Safe Route guidance helps users choose safer travel routes using available safety information.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SafePhrase voice activation and Smart SOS trigger an emergency with minimal actions.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 emergency session shares live location with trusted guardians in real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Timestamps, location details and audio or image evidence are stored securely.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Gemini-based AI assistance and community safety reports support users, with data protected by Row Level Security.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Requirement Analysis: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Identify safety needs before, during and after an emergency.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Safe Route Module: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Rate routes using available safety information and recommend safer paths.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Emergency Activation: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Implement the SafePhrase voice trigger and one-tap Smart SOS.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Emergency Session: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Create a session that shares live location with trusted guardians.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Evidence Preservation: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Capture timestamps, location, audio and images and store them securely.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AI Assistance: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Integrate the Gemini API for safety guidance and support.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Security: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Apply role-based access and Supabase Row Level Security to sensitive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Testing: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Test activation speed, alert delivery and location accuracy.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Smartphone: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Android / iOS with GPS, microphone and camera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Development Machine: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i5, 8 GB RAM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Network: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Mobile data or Wi-Fi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App Framework: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Flutter (Dart)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AI: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Gemini API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Supabase (Auth, PostgreSQL, Realtime, Storage)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Maps: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Google Maps API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Android Studio, VS Code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SHEGUARD reduces the number of actions needed to get help during an emergency.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Safe Route guidance adds prevention, while live location keeps guardians informed.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Securely preserved evidence supports follow-up after an incident.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platform provides a practical, user-centred foundation for women's safety beyond a simple SOS button.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