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Cluster-selection index printed in the base paper [1] (its Table 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Calinski-Harabasz</c:v>
                </c:pt>
              </c:strCache>
            </c:strRef>
          </c:tx>
          <c:spPr>
            <a:solidFill>
              <a:srgbClr val="2F6F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  <c:pt idx="5">
                  <c:v>k=7</c:v>
                </c:pt>
                <c:pt idx="6">
                  <c:v>k=8</c:v>
                </c:pt>
                <c:pt idx="7">
                  <c:v>k=9</c:v>
                </c:pt>
                <c:pt idx="8">
                  <c:v>k=10</c:v>
                </c:pt>
              </c:strCache>
            </c:strRef>
          </c:cat>
          <c:val>
            <c:numRef>
              <c:f>Sheet1!$B$2:$B$10</c:f>
              <c:numCache>
                <c:formatCode>0.0</c:formatCode>
                <c:ptCount val="9"/>
                <c:pt idx="0">
                  <c:v>264.68</c:v>
                </c:pt>
                <c:pt idx="1">
                  <c:v>220.96</c:v>
                </c:pt>
                <c:pt idx="2">
                  <c:v>222.71</c:v>
                </c:pt>
                <c:pt idx="3">
                  <c:v>207.77</c:v>
                </c:pt>
                <c:pt idx="4">
                  <c:v>199.88</c:v>
                </c:pt>
                <c:pt idx="5">
                  <c:v>187.94</c:v>
                </c:pt>
                <c:pt idx="6">
                  <c:v>180.4</c:v>
                </c:pt>
                <c:pt idx="7">
                  <c:v>172.08</c:v>
                </c:pt>
                <c:pt idx="8">
                  <c:v>165.65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Calinski-Harabasz index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1 covers problem identification and research for SHEGUARD, a women's safety platform that combines safer route guidance, hands-free emergency activation, live guardian tracking and evidence preservation.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Nine parts: the abstract, the base paper and related work, the gap we found, our problem statement and objectives, the approach, expected outcomes and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abstract in one slide: the problem, the idea of covering the whole emergency lifecycle, and the deliverable. Note that the abstract names Flutter and Supabase; the implemented system is a React PWA with FastAPI and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is SafeRoutes (IEEE Access 2024). It is a clustering and GPS-integration framework whose results section is mostly analysis tables and expected outcomes. SHEGUARD keeps the safety-clustering and safe-route idea but uses far less data (one feature) and implements the emergency features the paper does not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[1], [2], [6], [7] and [8] were read. [3] to [5] come from the batch literature survey and could not be retrieved independently, so only their titles are used and no results are claimed for them. Numbers for [6] are the authors' own, measured on their own test locations.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chart reproduces the base paper's own Calinski-Harabasz values as printed in its Table 4 (the column header there is mislabelled 'Explained Variance'). It shows the paper's method of choosing 3-4 clusters; it is not a SHEGUARD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a user is supported today, from the batch literature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four limitations listed in the batch literature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Research gap from the batch survey: apps and devices mostly stop at the SOS alert; few combine safe-route prevention, hands-free activation and evidence preservation in one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Inputs are the trip, the trigger and the device location; outputs are scored routes, a guardian tracking link and stored evidence; the extra property is protected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as stated in the batch file. In the implementation, objective 6 becomes per-user query scoping in the API (SQLite has no row-level security).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components. The abstract names Flutter and Supabase; we implemented a React progressive web app with a FastAPI and SQLite back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Browser to FastAPI. Route scoring, SOS, WebSocket tracking, evidence hashing and the assistant run in the backend; OSRM, Nominatim, Gemini, Telegram and Gmail are external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outcomes are targets at this stage; they are measured and reported honestly in the later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 [1] to [10]; the full list is in the report. [3] to [5] were not independently retrieved.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SHEGUARD  ·  Review 1  ·  Batch A7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SHEGUARD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Women's Safety Platform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CH.AARTHI  23K91A6741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D.PRANATHI  23K91A6748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BALA VIGNESH  23K91A6717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A.VISHAL  23K91A6704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[GUIDE NAME],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A7 (CSE-DS, Section 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7772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Abstract and overview</a:t>
            </a:r>
            <a:endParaRPr lang="en-US" sz="1600" dirty="0"/>
          </a:p>
        </p:txBody>
      </p:sp>
      <p:sp>
        <p:nvSpPr>
          <p:cNvPr id="7" name="agenda 2"/>
          <p:cNvSpPr/>
          <p:nvPr/>
        </p:nvSpPr>
        <p:spPr>
          <a:xfrm>
            <a:off x="429768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2628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Base paper</a:t>
            </a:r>
            <a:endParaRPr lang="en-US" sz="1600" dirty="0"/>
          </a:p>
        </p:txBody>
      </p:sp>
      <p:sp>
        <p:nvSpPr>
          <p:cNvPr id="10" name="agenda 3"/>
          <p:cNvSpPr/>
          <p:nvPr/>
        </p:nvSpPr>
        <p:spPr>
          <a:xfrm>
            <a:off x="804672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753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Literature survey</a:t>
            </a:r>
            <a:endParaRPr lang="en-US" sz="1600" dirty="0"/>
          </a:p>
        </p:txBody>
      </p:sp>
      <p:sp>
        <p:nvSpPr>
          <p:cNvPr id="13" name="agenda 4"/>
          <p:cNvSpPr/>
          <p:nvPr/>
        </p:nvSpPr>
        <p:spPr>
          <a:xfrm>
            <a:off x="54864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772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Existing approaches and limitations</a:t>
            </a:r>
            <a:endParaRPr lang="en-US" sz="1600" dirty="0"/>
          </a:p>
        </p:txBody>
      </p:sp>
      <p:sp>
        <p:nvSpPr>
          <p:cNvPr id="16" name="agenda 5"/>
          <p:cNvSpPr/>
          <p:nvPr/>
        </p:nvSpPr>
        <p:spPr>
          <a:xfrm>
            <a:off x="429768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52628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Research gap</a:t>
            </a:r>
            <a:endParaRPr lang="en-US" sz="1600" dirty="0"/>
          </a:p>
        </p:txBody>
      </p:sp>
      <p:sp>
        <p:nvSpPr>
          <p:cNvPr id="19" name="agenda 6"/>
          <p:cNvSpPr/>
          <p:nvPr/>
        </p:nvSpPr>
        <p:spPr>
          <a:xfrm>
            <a:off x="804672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753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 statement and objectives</a:t>
            </a:r>
            <a:endParaRPr lang="en-US" sz="1600" dirty="0"/>
          </a:p>
        </p:txBody>
      </p:sp>
      <p:sp>
        <p:nvSpPr>
          <p:cNvPr id="22" name="agenda 7"/>
          <p:cNvSpPr/>
          <p:nvPr/>
        </p:nvSpPr>
        <p:spPr>
          <a:xfrm>
            <a:off x="54864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77724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approach and architecture</a:t>
            </a:r>
            <a:endParaRPr lang="en-US" sz="1600" dirty="0"/>
          </a:p>
        </p:txBody>
      </p:sp>
      <p:sp>
        <p:nvSpPr>
          <p:cNvPr id="25" name="agenda 8"/>
          <p:cNvSpPr/>
          <p:nvPr/>
        </p:nvSpPr>
        <p:spPr>
          <a:xfrm>
            <a:off x="429768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2628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452628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Expected outcomes</a:t>
            </a:r>
            <a:endParaRPr lang="en-US" sz="1600" dirty="0"/>
          </a:p>
        </p:txBody>
      </p:sp>
      <p:sp>
        <p:nvSpPr>
          <p:cNvPr id="28" name="agenda 9"/>
          <p:cNvSpPr/>
          <p:nvPr/>
        </p:nvSpPr>
        <p:spPr>
          <a:xfrm>
            <a:off x="804672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827532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827532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References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before, during and after an emergency</a:t>
            </a:r>
            <a:endParaRPr lang="en-US" sz="3200" dirty="0"/>
          </a:p>
        </p:txBody>
      </p:sp>
      <p:sp>
        <p:nvSpPr>
          <p:cNvPr id="4" name="The problem card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The 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Women face harassment and assault on isolated streets and in crowds. Most safety apps need the user to open the app and press SOS, then stop at sending one alert: little prevention, no live follow-up, little evidence.</a:t>
            </a:r>
            <a:endParaRPr lang="en-US" sz="1500" dirty="0"/>
          </a:p>
        </p:txBody>
      </p:sp>
      <p:sp>
        <p:nvSpPr>
          <p:cNvPr id="9" name="Our idea card"/>
          <p:cNvSpPr/>
          <p:nvPr/>
        </p:nvSpPr>
        <p:spPr>
          <a:xfrm>
            <a:off x="429768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Our id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Our idea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SHEGUARD adds safe-route guidance (route alternatives scored by district risk), SafePhrase voice activation and one-tap Smart SOS, live location to guardians by a link, SHA-256-hashed evidence and a Gemini safety assistant.</a:t>
            </a:r>
            <a:endParaRPr lang="en-US" sz="1500" dirty="0"/>
          </a:p>
        </p:txBody>
      </p:sp>
      <p:sp>
        <p:nvSpPr>
          <p:cNvPr id="14" name="The deliverable card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The deliver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deliverable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working web application (installable PWA): React front end, FastAPI back end, SQLite, per-user data access. It is a prototype: no field trial yet.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4" name="citation box"/>
          <p:cNvSpPr/>
          <p:nvPr/>
        </p:nvSpPr>
        <p:spPr>
          <a:xfrm>
            <a:off x="548640" y="132588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777240" y="137160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</a:rPr>
              <a:t>K. Agrawal, A. Srivastava, K. Sharma, S. K. Satapathy, S.-B. Cho, S. Mishra, A. Chowdhury, and A. Pal, "SafeRoutes: Charting a secure path - A holistic approach to women's safety through advanced clustering and GPS integration," IEEE Access, vol. 12, pp. 166368-166378, 2024, doi: 10.1109/ACCESS.2024.3488784.</a:t>
            </a:r>
            <a:endParaRPr lang="en-US" sz="1300" dirty="0"/>
          </a:p>
        </p:txBody>
      </p:sp>
      <p:sp>
        <p:nvSpPr>
          <p:cNvPr id="6" name="Method card"/>
          <p:cNvSpPr/>
          <p:nvPr/>
        </p:nvSpPr>
        <p:spPr>
          <a:xfrm>
            <a:off x="54864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Method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Open government data (district population, IPC crimes against women 2013, literacy, per-capita expenditure, police strength, forest cover) are cleaned and scaled; Pearson and Spearman correlation pick features; K-Means and Gaussian mixtures form 3-4 safety clusters; maps and cab data raise deviation alerts.</a:t>
            </a:r>
            <a:endParaRPr lang="en-US" sz="1300" dirty="0"/>
          </a:p>
        </p:txBody>
      </p:sp>
      <p:sp>
        <p:nvSpPr>
          <p:cNvPr id="9" name="Data and reported results card"/>
          <p:cNvSpPr/>
          <p:nvPr/>
        </p:nvSpPr>
        <p:spPr>
          <a:xfrm>
            <a:off x="429768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52628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and reported results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Results are 'anticipated outcomes': correlation matrices and cluster-selection tables (k=3: Davies-Bouldin 0.970, Calinski-Harabasz 221.0). No accuracy or field result is reported; the cab alert flow is a design, not an evaluation.</a:t>
            </a:r>
            <a:endParaRPr lang="en-US" sz="1300" dirty="0"/>
          </a:p>
        </p:txBody>
      </p:sp>
      <p:sp>
        <p:nvSpPr>
          <p:cNvPr id="12" name="Limitations stated by the authors card"/>
          <p:cNvSpPr/>
          <p:nvPr/>
        </p:nvSpPr>
        <p:spPr>
          <a:xfrm>
            <a:off x="804672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DF1EC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27532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Stated limits and our adaptation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The authors note biased and under-reported crime data and missing community data. SHEGUARD adopts the cluster-to-safe-route idea (K-Means on district crime data) and adds SafePhrase, SOS, live tracking and evidence.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2194560"/>
                <a:gridCol w="240761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Agrawal et al., 2024 (base)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ingestion, K-Means and GMM safety clusters, map and cab alerts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data.gov.in district tables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Anticipated outcomes; k=3 DB 0.970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Farooq et al., 2023 [2]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review of IoT women-safety devices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 2016-2022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 and pressure sensors most common; calls for auto-activated alerts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survey [3], [4], [5], 2025-2026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 with alerts; shake-to-alert; cross-platform app (from titles)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Thawale et al., 2025 [6]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app, Google Maps, Firebase, ESP32-CAM, crime-zone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Pre-defined test locations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accuracy 93 %; SOS delivery 4-6 s (as reported)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Shinde et al., 2025 [7]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Safe-route Android app: crime map, SOS, voice, check-ins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crime 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description; no accuracy figures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Sangeeta et al., 2026 [8]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ExtrAnom video-anomaly benchmark for women-centric crimes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1,001 videos, 5 categories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VAD datasets insufficient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clustering for safety zones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keaway card"/>
          <p:cNvSpPr/>
          <p:nvPr/>
        </p:nvSpPr>
        <p:spPr>
          <a:xfrm>
            <a:off x="7589520" y="1371600"/>
            <a:ext cx="4050792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6" name="icon circle"/>
          <p:cNvSpPr/>
          <p:nvPr/>
        </p:nvSpPr>
        <p:spPr>
          <a:xfrm>
            <a:off x="78181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7" name="Image 0" descr="Takeaw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709928"/>
            <a:ext cx="329184" cy="32918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03920" y="15544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Takeaway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7818120" y="2240280"/>
            <a:ext cx="3593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Clustering district crime data into 3-4 zones is an accepted way to score area safety without labels [1]. A related app reports 93 % zone accuracy on its own test places [6].</a:t>
            </a:r>
            <a:endParaRPr lang="en-US" sz="1350" dirty="0"/>
          </a:p>
        </p:txBody>
      </p:sp>
      <p:sp>
        <p:nvSpPr>
          <p:cNvPr id="10" name="Caveat card"/>
          <p:cNvSpPr/>
          <p:nvPr/>
        </p:nvSpPr>
        <p:spPr>
          <a:xfrm>
            <a:off x="7589520" y="3657600"/>
            <a:ext cx="4050792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1" name="icon circle"/>
          <p:cNvSpPr/>
          <p:nvPr/>
        </p:nvSpPr>
        <p:spPr>
          <a:xfrm>
            <a:off x="7818120" y="3886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Cav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3995928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03920" y="38404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Caveat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7818120" y="4526280"/>
            <a:ext cx="3593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These are other authors' figures on other data (multi-feature 2013 tables, a handful of test places). They motivate the approach; they are not our results.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21792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Danger arises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176729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" name="flow step 2"/>
          <p:cNvSpPr/>
          <p:nvPr/>
        </p:nvSpPr>
        <p:spPr>
          <a:xfrm>
            <a:off x="2451049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524201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 app, find phone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4079138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0" name="flow step 3"/>
          <p:cNvSpPr/>
          <p:nvPr/>
        </p:nvSpPr>
        <p:spPr>
          <a:xfrm>
            <a:off x="4353458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426610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Press SOS button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981548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flow step 4"/>
          <p:cNvSpPr/>
          <p:nvPr/>
        </p:nvSpPr>
        <p:spPr>
          <a:xfrm>
            <a:off x="6255868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29020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One-time alert sent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7883957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6" name="flow step 5"/>
          <p:cNvSpPr/>
          <p:nvPr/>
        </p:nvSpPr>
        <p:spPr>
          <a:xfrm>
            <a:off x="8158277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31429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Location shared once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9786366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9" name="flow step 6"/>
          <p:cNvSpPr/>
          <p:nvPr/>
        </p:nvSpPr>
        <p:spPr>
          <a:xfrm>
            <a:off x="10060686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10133838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Little evidence kept</a:t>
            </a:r>
            <a:endParaRPr lang="en-US" sz="1400" dirty="0"/>
          </a:p>
        </p:txBody>
      </p:sp>
      <p:sp>
        <p:nvSpPr>
          <p:cNvPr id="21" name="Automatic, text-only card"/>
          <p:cNvSpPr/>
          <p:nvPr/>
        </p:nvSpPr>
        <p:spPr>
          <a:xfrm>
            <a:off x="548640" y="329184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2" name="icon circle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pic>
        <p:nvPicPr>
          <p:cNvPr id="23" name="Image 0" descr="Automatic, text-on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630168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463040" y="34747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SOS apps and wearables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77240" y="41605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SOS and panic-button apps send an alert to contacts; IoT wearables with GPS and GSM send location when triggered. Helplines connect to the police.</a:t>
            </a:r>
            <a:endParaRPr lang="en-US" sz="1500" dirty="0"/>
          </a:p>
        </p:txBody>
      </p:sp>
      <p:sp>
        <p:nvSpPr>
          <p:cNvPr id="26" name="Manual fact-checking card"/>
          <p:cNvSpPr/>
          <p:nvPr/>
        </p:nvSpPr>
        <p:spPr>
          <a:xfrm>
            <a:off x="6172200" y="329184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7" name="icon circle"/>
          <p:cNvSpPr/>
          <p:nvPr/>
        </p:nvSpPr>
        <p:spPr>
          <a:xfrm>
            <a:off x="6400800" y="352044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pic>
        <p:nvPicPr>
          <p:cNvPr id="28" name="Image 1" descr="Manual fact-chec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630168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086600" y="34747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Fastest-route maps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400800" y="41605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Map apps suggest the fastest route without considering safety; follow-up and evidence are left to the user.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4" name="Ignore the picture card"/>
          <p:cNvSpPr/>
          <p:nvPr/>
        </p:nvSpPr>
        <p:spPr>
          <a:xfrm>
            <a:off x="548640" y="1371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Ignore the pi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Manual activation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SOS must be triggered by hand, which is hard when frightened.</a:t>
            </a:r>
            <a:endParaRPr lang="en-US" sz="1600" dirty="0"/>
          </a:p>
        </p:txBody>
      </p:sp>
      <p:sp>
        <p:nvSpPr>
          <p:cNvPr id="9" name="Label only card"/>
          <p:cNvSpPr/>
          <p:nvPr/>
        </p:nvSpPr>
        <p:spPr>
          <a:xfrm>
            <a:off x="6172200" y="1371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Label on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Alert only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Most apps send an alert and stop: no prevention or follow-up.</a:t>
            </a:r>
            <a:endParaRPr lang="en-US" sz="1600" dirty="0"/>
          </a:p>
        </p:txBody>
      </p:sp>
      <p:sp>
        <p:nvSpPr>
          <p:cNvPr id="14" name="One split only card"/>
          <p:cNvSpPr/>
          <p:nvPr/>
        </p:nvSpPr>
        <p:spPr>
          <a:xfrm>
            <a:off x="548640" y="36118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One split on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794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Speed, not safety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44805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Routes are chosen for speed; area risk is ignored.</a:t>
            </a:r>
            <a:endParaRPr lang="en-US" sz="1600" dirty="0"/>
          </a:p>
        </p:txBody>
      </p:sp>
      <p:sp>
        <p:nvSpPr>
          <p:cNvPr id="19" name="Not usable card"/>
          <p:cNvSpPr/>
          <p:nvPr/>
        </p:nvSpPr>
        <p:spPr>
          <a:xfrm>
            <a:off x="6172200" y="36118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icon circle"/>
          <p:cNvSpPr/>
          <p:nvPr/>
        </p:nvSpPr>
        <p:spPr>
          <a:xfrm>
            <a:off x="640080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Not us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86600" y="3794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Weak evidence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44805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Audio, images and timestamps are rarely preserved securely; guardians get one-time alerts.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4" name="gap Modality"/>
          <p:cNvSpPr/>
          <p:nvPr/>
        </p:nvSpPr>
        <p:spPr>
          <a:xfrm>
            <a:off x="548640" y="13258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Prevention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154680" y="13258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Safe-route guidance is rarely joined with emergency features in one app.</a:t>
            </a:r>
            <a:endParaRPr lang="en-US" sz="1600" dirty="0"/>
          </a:p>
        </p:txBody>
      </p:sp>
      <p:sp>
        <p:nvSpPr>
          <p:cNvPr id="7" name="gap Transparency"/>
          <p:cNvSpPr/>
          <p:nvPr/>
        </p:nvSpPr>
        <p:spPr>
          <a:xfrm>
            <a:off x="548640" y="22402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48640" y="22402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Activation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22402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Few apps offer hands-free activation besides a button [2].</a:t>
            </a:r>
            <a:endParaRPr lang="en-US" sz="1600" dirty="0"/>
          </a:p>
        </p:txBody>
      </p:sp>
      <p:sp>
        <p:nvSpPr>
          <p:cNvPr id="10" name="gap Generalisation"/>
          <p:cNvSpPr/>
          <p:nvPr/>
        </p:nvSpPr>
        <p:spPr>
          <a:xfrm>
            <a:off x="548640" y="31546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48640" y="31546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Follow-up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31546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Guardians usually get one message, not a live location they can watch.</a:t>
            </a:r>
            <a:endParaRPr lang="en-US" sz="1600" dirty="0"/>
          </a:p>
        </p:txBody>
      </p:sp>
      <p:sp>
        <p:nvSpPr>
          <p:cNvPr id="13" name="gap Generated media"/>
          <p:cNvSpPr/>
          <p:nvPr/>
        </p:nvSpPr>
        <p:spPr>
          <a:xfrm>
            <a:off x="548640" y="40690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48640" y="40690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Evidence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40690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Photos, audio and timestamps are rarely kept with an integrity check.</a:t>
            </a:r>
            <a:endParaRPr lang="en-US" sz="1600" dirty="0"/>
          </a:p>
        </p:txBody>
      </p:sp>
      <p:sp>
        <p:nvSpPr>
          <p:cNvPr id="16" name="gap Application"/>
          <p:cNvSpPr/>
          <p:nvPr/>
        </p:nvSpPr>
        <p:spPr>
          <a:xfrm>
            <a:off x="548640" y="49834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48640" y="49834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Realisation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154680" y="49834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The base paper [1] designs cab alerts but reports no working system.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tatement box"/>
          <p:cNvSpPr/>
          <p:nvPr/>
        </p:nvSpPr>
        <p:spPr>
          <a:xfrm>
            <a:off x="548640" y="1463040"/>
            <a:ext cx="11094415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" y="1600200"/>
            <a:ext cx="103628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platform that helps a woman avoid risk before travelling, start an emergency with minimal effort (a spoken phrase or one tap), keep trusted guardians informed with a live location, and preserve time-stamped, hashed evidence, with an AI assistant and per-user data protection.</a:t>
            </a:r>
            <a:endParaRPr lang="en-US" sz="2200" dirty="0"/>
          </a:p>
        </p:txBody>
      </p:sp>
      <p:sp>
        <p:nvSpPr>
          <p:cNvPr id="6" name="Input card"/>
          <p:cNvSpPr/>
          <p:nvPr/>
        </p:nvSpPr>
        <p:spPr>
          <a:xfrm>
            <a:off x="54864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7724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Origin, destination, phrase or tap, location</a:t>
            </a:r>
            <a:endParaRPr lang="en-US" sz="1400" dirty="0"/>
          </a:p>
        </p:txBody>
      </p:sp>
      <p:sp>
        <p:nvSpPr>
          <p:cNvPr id="9" name="Output card"/>
          <p:cNvSpPr/>
          <p:nvPr/>
        </p:nvSpPr>
        <p:spPr>
          <a:xfrm>
            <a:off x="429768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52628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Output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Scored routes, live guardian link, evidence record</a:t>
            </a:r>
            <a:endParaRPr lang="en-US" sz="1400" dirty="0"/>
          </a:p>
        </p:txBody>
      </p:sp>
      <p:sp>
        <p:nvSpPr>
          <p:cNvPr id="12" name="Extra card"/>
          <p:cNvSpPr/>
          <p:nvPr/>
        </p:nvSpPr>
        <p:spPr>
          <a:xfrm>
            <a:off x="804672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27532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Extra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Assistant advice + access control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</a:rPr>
              <a:t>Provide Safe Route guidance using available safety information.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</a:rPr>
              <a:t>Enable quick emergency activation through SafePhrase and Smart SOS.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</a:rPr>
              <a:t>Share live location with trusted guardians during an emergency session.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</a:rPr>
              <a:t>Preserve emergency evidence: timestamps, location, audio and images.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</a:rPr>
              <a:t>Offer AI-powered safety assistance using the Gemini API.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</a:rPr>
              <a:t>Protect user data with role-based access and Row Level Security.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4" name="Text track card"/>
          <p:cNvSpPr/>
          <p:nvPr/>
        </p:nvSpPr>
        <p:spPr>
          <a:xfrm>
            <a:off x="548640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Text 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Safe Route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OSRM route alternatives scored by district risk tier (K-Means) and time of day; safest highlighted.</a:t>
            </a:r>
            <a:endParaRPr lang="en-US" sz="1300" dirty="0"/>
          </a:p>
        </p:txBody>
      </p:sp>
      <p:sp>
        <p:nvSpPr>
          <p:cNvPr id="9" name="Visual track card"/>
          <p:cNvSpPr/>
          <p:nvPr/>
        </p:nvSpPr>
        <p:spPr>
          <a:xfrm>
            <a:off x="3364992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3593592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Visual tr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79392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SafePhrase + Smart SOS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Spoken phrase (Web Speech API) or one tap starts the emergency; 3-second hold cancels.</a:t>
            </a:r>
            <a:endParaRPr lang="en-US" sz="1300" dirty="0"/>
          </a:p>
        </p:txBody>
      </p:sp>
      <p:sp>
        <p:nvSpPr>
          <p:cNvPr id="14" name="Fusion card"/>
          <p:cNvSpPr/>
          <p:nvPr/>
        </p:nvSpPr>
        <p:spPr>
          <a:xfrm>
            <a:off x="6181344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6409944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Fu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95744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Live guardian tracking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9944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Position streams over a WebSocket to a no-login tracking link.</a:t>
            </a:r>
            <a:endParaRPr lang="en-US" sz="1300" dirty="0"/>
          </a:p>
        </p:txBody>
      </p:sp>
      <p:sp>
        <p:nvSpPr>
          <p:cNvPr id="19" name="AI-media check card"/>
          <p:cNvSpPr/>
          <p:nvPr/>
        </p:nvSpPr>
        <p:spPr>
          <a:xfrm>
            <a:off x="8997696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icon circle"/>
          <p:cNvSpPr/>
          <p:nvPr/>
        </p:nvSpPr>
        <p:spPr>
          <a:xfrm>
            <a:off x="9226296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AI-media 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70992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12096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Evidence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226296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Photo or audio saved with time, location and SHA-256 hash.</a:t>
            </a:r>
            <a:endParaRPr lang="en-US" sz="1300" dirty="0"/>
          </a:p>
        </p:txBody>
      </p:sp>
      <p:sp>
        <p:nvSpPr>
          <p:cNvPr id="24" name="Web application card"/>
          <p:cNvSpPr/>
          <p:nvPr/>
        </p:nvSpPr>
        <p:spPr>
          <a:xfrm>
            <a:off x="548640" y="45720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5" name="icon circle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Web applic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91032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63040" y="475488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Assistant and access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777240" y="544068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</a:rPr>
              <a:t>Gemini safety assistant; JWT login, per-user data scoping; React PWA + FastAPI + SQLite.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5760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Proposed architecture: React PWA, FastAPI services (routes, SOS, tracking, evidence, assistant), SQLite, model file and external services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171" y="1123950"/>
            <a:ext cx="5684157" cy="45910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4" name="Multimodal model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Multimodal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Safer route choice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Alternatives scored and the lowest-risk one recommended.</a:t>
            </a:r>
            <a:endParaRPr lang="en-US" sz="1600" dirty="0"/>
          </a:p>
        </p:txBody>
      </p:sp>
      <p:sp>
        <p:nvSpPr>
          <p:cNvPr id="9" name="Transparent output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Transparent outp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Quick activation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spoken phrase or one tap starts an SOS.</a:t>
            </a:r>
            <a:endParaRPr lang="en-US" sz="1600" dirty="0"/>
          </a:p>
        </p:txBody>
      </p:sp>
      <p:sp>
        <p:nvSpPr>
          <p:cNvPr id="14" name="Honest evaluation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Honest evalu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Live guardian view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Guardians watch the position without an account.</a:t>
            </a:r>
            <a:endParaRPr lang="en-US" sz="1600" dirty="0"/>
          </a:p>
        </p:txBody>
      </p:sp>
      <p:sp>
        <p:nvSpPr>
          <p:cNvPr id="19" name="Generated-media signal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Generated-media sign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Tamper-evident evidence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Hashed photo and audio with time and place.</a:t>
            </a:r>
            <a:endParaRPr lang="en-US" sz="1600" dirty="0"/>
          </a:p>
        </p:txBody>
      </p:sp>
      <p:sp>
        <p:nvSpPr>
          <p:cNvPr id="24" name="Usable system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Usable syste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AI assistance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Location-aware safety answers from Gemini.</a:t>
            </a:r>
            <a:endParaRPr lang="en-US" sz="1600" dirty="0"/>
          </a:p>
        </p:txBody>
      </p:sp>
      <p:sp>
        <p:nvSpPr>
          <p:cNvPr id="29" name="Quality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Qualit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Protected data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Every query scoped to the logged-in user.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[1] K. Agrawal, A. Srivastava, K. Sharma, S. K. Satapathy, S.-B. Cho, S. Mishra, A. Chowdhury, and A. Pal, "SafeRoutes: Charting a secure path - A holistic approach to women's safety through advanced clustering and GPS integration," IEEE Access, vol. 12, pp. 166368-166378, 2024, doi: 10.1109/ACCESS.2024.3488784.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[2] M. S. Farooq, A. Masooma, U. Omer, R. Tehseen, S. A. M. Gilani, and Z. Atal, "The role of IoT in woman's safety: A systematic literature review," IEEE Access, vol. 11, pp. 69807-69825, 2023, doi: 10.1109/ACCESS.2023.3252903.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[3] "A mobile-based women safety application with real-time emergency alert and location tracking," Int. Scientific J. of Engineering and Management, 2026 (listed in the batch literature survey; not independently retrieved).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[4] "Shake-to-Alert: An automated mobile safety application for women with emergency notification via motion detection," in Proc. Int. Conf. IT Innovation and Knowledge Discovery (ITIKD), 2025 (listed in the batch literature survey; not independently retrieved).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[5] "Cross-platform women safety mobile application with real-time alert system and GPS tracking," in Proc. Int. Conf. Electronic Systems and Intelligent Computing (ICESIC), 2026 (listed in the batch literature survey; not independently retrieved).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[6] A. Thawale, H. Pal, M. Thakur, M. A. Bhave, P. Asokan, and M. Amnerkar, "Women safety mobile application using ESP32 camera and real-time crime data analysis," Int. J. Electrical, Electronics and Computer Systems, 2025.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[7] R. Shinde, H. Nerkar, T. Kad, V. Gayake, and K. Chobe, "SafeGuard - Safe route recommendation system," Int. Research J. Modernization in Engineering, Technology and Science (IRJMETS), vol. 7, no. 3, Mar. 2025.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[8] Sangeeta, M. S. Prajwal, D. P. Dogra, K. V. Thakare, H. Jung, I.-J. Kim, and H. Choi, "ExtrAnom: A VAD benchmark emphasizing the need for women's safety in society," arXiv:2605.25806, 2026.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[9] J. MacQueen, "Some methods for classification and analysis of multivariate observations," in Proc. 5th Berkeley Symp. Mathematical Statistics and Probability, vol. 1, 1967, pp. 281-297.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[10] S. P. Lloyd, "Least squares quantization in PCM," IEEE Trans. Information Theory, vol. IT-28, no. 2, pp. 129-137, 1982.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EGUARD">
  <a:themeElements>
    <a:clrScheme name="SHEGUARD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SHE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SHEGUARD: Review 1</dc:title>
  <dc:subject>SHEGUARD: AI Powered Women's Safety Platform</dc:subject>
  <dc:creator>Batch A7</dc:creator>
  <cp:lastModifiedBy>Batch A7</cp:lastModifiedBy>
  <cp:revision>1</cp:revision>
  <dcterms:created xsi:type="dcterms:W3CDTF">2026-10-13T12:36:40Z</dcterms:created>
  <dcterms:modified xsi:type="dcterms:W3CDTF">2026-10-13T12:36:40Z</dcterms:modified>
  <cp:keywords>women's safety, safe route, SafePhrase, SOS, live tracking, evidence</cp:keywords>
  <cp:category/>
  <dc:description/>
  <cp:contentStatus/>
</cp:coreProperties>
</file>