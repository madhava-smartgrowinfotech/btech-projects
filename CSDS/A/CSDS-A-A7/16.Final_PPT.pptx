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review of SHEGUARD: a women's safety web app with district-risk safe routes, SafePhrase and one-tap SOS, live guardian tracking, hashed evidence and an AI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Abstract: problem, approach, headline measurements and the honest limits. The abstract mentions Flutter and Supabase; the shipped system uses React and FastAPI with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from Documentary/Base paper 2.pdf. Its tables are on multi-feature 2013 data; ours are on one feature, so the indices are not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[1], [2], [6], [7], [8] were read from PDFs; [3]-[5] could not be retrieved so no results are claimed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follows the batch literature survey (research gap) and the papers read. The prototype closes the integration gap, not the evidence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2001-2012 file and the district-level counts are old and coarse; the documents say so. The state-year 2001-2021 file is not used by any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values from experiments/study/*.json, last run. There is no accuracy figure for the risk model because there are no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no classifier confusion matrix because the area-risk model is unsupervised. Left: how districts fall into tiers. Right: the matcher's recall against false triggers on written transcripts.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Tier weights 1/2.5/5 were tested against 1/2/3 and 1/3/9: the recommended route changed in 0 of 10 pairs with alternatives; changing the sampling step changed it in 1 of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Latencies are from the last run of scripts/measure_api.py on a live server; single client, sequential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plainly: no claim that SHEGUARD is better than either paper; the comparison is of scope and approach. The base paper's results are anticipated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SHEGUARD: AI Powered Women's Safety Platform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A7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23K91A6741   CH.AARTHI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23K91A6748   D.PRANATHI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23K91A6717   BALA VIGNESH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23K91A6704   A.VISHAL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 (Data Science)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(DATA SCIENCE)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Pipeline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Parameter Analysis, Testing &amp; Comparison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face harassment on isolated and crowded streets; most safety apps need a manual SOS press and stop at sending one alert.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SHEGUARD is a working web app (React PWA + FastAPI + SQLite) covering before, during and after an emergency: safe-route scoring, SafePhrase and one-tap SOS, live guardian tracking and SHA-256 evidence capture.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risk: K-Means (k=3) on 467 districts of 2001-2012 crime counts - silhouette 0.580, Davies-Bouldin 0.531; OSRM routes are scored against 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51 automated tests pass (6 documented defects), WebSocket push 15 ms, SafePhrase matcher recall 54 % with no false trigger at the default level.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the model is two cut-offs on one number; no districts for Uttar Pradesh, West Bengal or Delhi; the Gemini key hit its quota; Telegram and Gmail were not configured, so alerts were never delivered; no field trial.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women's safety, safe route, clustering, SOS, live tracking, evidence integrity.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Agrawal, A. Srivastava, K. Sharma, S. K. Satapathy, S.-B. Cho, S. Mishra, A. Chowdhury, and A. Pal, "SafeRoutes: Charting a secure path - A holistic approach to women's safety through advanced clustering and GPS integration," IEEE Access, vol. 12, pp. 166368-166378, 2024, doi: 10.1109/ACCESS.2024.3488784.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data-driven safe zones for women's safety. Seven data.gov.in datasets (district crimes 2013, population, literacy, per-capita expenditure, police strength, forest cover) feed imputation, scaling, Pearson and Spearman analysis.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K-Means and Gaussian mixture models, 3-4 clusters; Silhouette, Calinski-Harabasz, Davies-Bouldin, BIC and a Ward dendrogram select the number; dummy 'safest city' data scores the clusters.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part: maps API and cab integration with a 1.96x safety buffer and deviation alerts - designed, not implemented or evaluated.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'anticipated outcomes' (correlation matrices, cluster tables); k=3 in its tables: Davies-Bouldin 0.970, Calinski-Harabasz 221.0, silhouette 0.416. No accuracy figures.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adopt its safe-route idea and add SafePhrase, one-tap SOS, live guardian link, hashed evidence and an assistant.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7" cy="914400"/>
        </p:xfrm>
        <a:graphic>
          <a:graphicData uri="http://schemas.openxmlformats.org/drawingml/2006/table">
            <a:tbl>
              <a:tblPr/>
              <a:tblGrid>
                <a:gridCol w="1912010"/>
                <a:gridCol w="2586837"/>
                <a:gridCol w="2024481"/>
                <a:gridCol w="2699308"/>
                <a:gridCol w="202448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Agrawal et al., 2024 (base) [1]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GMM, cab-vendor alerts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data.gov.in district data, 2013 crimes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tables; anticipated outcomes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part not built or tested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Farooq et al., 2023 [2]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review of IoT devices for women's safety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 from 2016 to 2022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 and pressure sensors most used; GPS, GSM, Raspberry Pi; logistic regression, HMM, decision trees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for auto-activation with less human interaction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Thawale et al., 2025 [6]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app, ESP32-CAM, Firebase, crime-zone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crime data, test locations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93 % zone accuracy; SOS in 4-6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extra hardware; own test locations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Shinde et al., 2025 [7]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Safe-route app: SOS, heatmap, voice commands, safety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Crime reports, traffic, crowd density (design)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 described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examined for measured results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Sangeeta et al., 2026 [8]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ExtrAnom video-anomaly benchmark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1,001 videos, 5 crime types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datasets insufficient for women-centric events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Video, not a safety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survey [3], [4], [5]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alert, shake-to-alert, cross-platform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only; nothing quoted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3036722"/>
                <a:gridCol w="8210397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Paper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Zones and route deviation for cabs only; no hands-free activation, live guardian link or evidence capture; its travel integration is not implemented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review [2], ESP32 app [6]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hardware (wearables, camera module); the review itself asks for auto-activation with less human interaction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app [7], mobile alert apps [3]-[5]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 and location sharing; safe-route scoring, voice activation and evidence preservation are rarely joined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practice (batch survey)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SOS that is hard to press in an emergency; routes chosen for speed; evidence rarely kept securely; one-time alerts, not live updates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reviewed work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platform joins safe-route prevention, hands-free activation, live guardian tracking and evidence preservation. SHEGUARD prototypes it - without yet proving the risk model on real incidents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face safety threats in isolated and in crowded public places.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need a manual SOS press, which is difficult for a frightened user.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solutions stop at sending an alert; they do not help prevent risk or support follow-up.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evidence is rarely captured or stored securely.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platform that helps prevent risk, activates help with minimal effort, keeps guardians informed with live location and preserves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Safe-route guidance - partly met: OSRM routes scored against 467 district risk tiers (2001-2012 data, 56 % geocoded).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activation (SafePhrase, Smart SOS) - partly met: one-tap SOS and voice matcher; no shake or automatic trigger.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to guardians - met: WebSocket push, guardians need no account.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preserved securely - partly met: timestamp, location, SHA-256; files are publicly retrievable by URL.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 with Gemini - implemented, not demonstrated: the key's quota was exhausted (HTTP 429).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with role-based access and RLS - partly met: per-user query scoping, bcrypt, JWT; no RLS (SQLite) and one role only.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- plan a route: OSRM alternatives are scored by the risk of the nearest district at every 8th point; the lowest score is recommended.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- tap SOS, or say a SafePhrase (browser speech recognition + word-window matcher); cancel only by a 3-second hold.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- a session with an unguessable share link; position streams every ~4 s over WebSocket to the guardian's read-only page.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- Telegram message and email per guardian with the link (code complete; not configured in this run, so reported as 'not sent').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- photo or audio saved with time, location and a SHA-256 hash.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- Gemini answers safety questions with an SOS-first system prompt (quota exhausted in this run).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- bcrypt passwords, JWT, every query scoped to the owner.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667500" y="1905000"/>
            <a:ext cx="5143500" cy="419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19 + Vite + TypeScript PWA with Leaflet map, Web Speech API, geolocation and MediaRecorder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FastAPI: 10 routers, 19 REST endpoints + 1 WebSocket, JWT + bcrypt, owner-scoped queries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Services: OSRM routing, district-risk scorer, Gemini, Telegram, Gmail, SHA-256 hashing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Storage: SQLite (6 tables), evidence folder, risk_model.joblib and district_risk.csv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External: OSRM demo server, Nominatim, OSM tiles, Gemini API</a:t>
            </a:r>
            <a:endParaRPr lang="en-US" sz="1700" dirty="0"/>
          </a:p>
        </p:txBody>
      </p:sp>
      <p:pic>
        <p:nvPicPr>
          <p:cNvPr id="9" name="01_system_architecture" descr="01_system_archite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39" y="1695450"/>
            <a:ext cx="5825671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register, add guardians, plan a safe route or listen for a SafePhrase, SOS, alert and live tracking, evidence, cancel by 3-second hold</a:t>
            </a:r>
            <a:endParaRPr lang="en-US" sz="1400" dirty="0"/>
          </a:p>
        </p:txBody>
      </p:sp>
      <p:pic>
        <p:nvPicPr>
          <p:cNvPr id="9" name="High-level workflow" descr="High-level workfl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373" y="1695450"/>
            <a:ext cx="7241627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data: Kaggle 'Crime in India' district file (CC0), 2001-2012: 9,017 rows, 8,597 after dropping TOTAL rows; 35 states/UTs; 827 district pairs; 7 crime columns.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Geocoding: Nominatim resolved 467 of 827 districts (56.5 %); the rest were dropped, not guessed. No geocoded district exists for Uttar Pradesh (77), West Bengal (30), Delhi (24) and 8 other states/UTs.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one number per district - crimes per reporting year (sum of 7 columns / years reported); a count, not a rate per population.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StandardScaler + K-Means k=3 (random_state 42): tiers low 278 / medium 148 / high 41. Equivalent to two cut-offs at 213.8 and 529.8 crimes a year (100 % agreement).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score: every 8th point -&gt; nearest district (haversine) -&gt; weight 1.0 / 2.5 / 5.0 -&gt; mean; night (about 20:30-05:30 IST) x 1.6. No train/test split: unsupervised, no ground truth.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side: SafePhrase = share of phrase words inside a window of spoken words (100 / 85 / 75 / 60 %).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000750" y="2000250"/>
            <a:ext cx="5810250" cy="400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Route scoring: OSRM alternatives -&gt; sample every 8th point -&gt; nearest district -&gt; tier weight -&gt; mean -&gt; x1.6 at night -&gt; sort -&gt; first is recommended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SafePhrase: normalise transcript -&gt; exact substring hit, else best word share in a sliding window -&gt; compare with the sensitivity threshold -&gt; start SOS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night factor scales every route equally, so it never changes which route is recommended (16 of 16 test pairs)</a:t>
            </a:r>
            <a:endParaRPr lang="en-US" sz="1700" dirty="0"/>
          </a:p>
        </p:txBody>
      </p:sp>
      <p:pic>
        <p:nvPicPr>
          <p:cNvPr id="9" name="10_algorithm_flowchart" descr="10_algorithm_flow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" y="1791432"/>
            <a:ext cx="5334000" cy="45133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000750" y="2000250"/>
            <a:ext cx="5810250" cy="400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browser gets its position and calls POST /api/sos/start; the API stores the session, notifies each guardian and returns the tracking link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While active, the device pushes its position about every 4 s; the API stores the ping and broadcasts it over the WebSocket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Evidence uploads are hashed on the server; cancel is a 3-second hold and the guardian page changes to 'ended'</a:t>
            </a:r>
            <a:endParaRPr lang="en-US" sz="1700" dirty="0"/>
          </a:p>
        </p:txBody>
      </p:sp>
      <p:pic>
        <p:nvPicPr>
          <p:cNvPr id="9" name="09_sequence_diagram" descr="09_sequence_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290" y="1695450"/>
            <a:ext cx="4616569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000750" y="2000250"/>
            <a:ext cx="5810250" cy="400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6 SQLite tables: users, guardians, emergency_sessions, location_pings, evidence, district_risk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user owns guardians and sessions; a session holds many pings and evidence rows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share_token is unique per session: the only key a guardian ever holds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district_risk is loaded from data/district_risk.csv at start-up (467 rows)</a:t>
            </a:r>
            <a:endParaRPr lang="en-US" sz="1700" dirty="0"/>
          </a:p>
        </p:txBody>
      </p:sp>
      <p:pic>
        <p:nvPicPr>
          <p:cNvPr id="9" name="06_er_diagram" descr="06_er_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93" y="1695450"/>
            <a:ext cx="4893564" cy="47053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024481"/>
                <a:gridCol w="922263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risk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+ scikit-learn: per-district crimes per year, StandardScaler, K-Means k=3, risk_score 0-100, joblib model, CSV loaded into SQLite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route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httpx call to OSRM (alternatives, full geometry), haversine nearest district in pure Python, weighted mean, sort; about 300 ms per route to 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 and tracking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async routes, per-session share_token, WebSocket manager that broadcasts location and cancel messages to viewers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multipart upload, server-side SHA-256, file saved as &lt;hash prefix&gt;.&lt;ext&gt;, row with kind, location and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SafePhrase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Speech API in continuous mode, word-window matcher in TypeScript, phrases and fingerprints kept in the browser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and UI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bcrypt, JWT (7 days), owner checks on every query; React 19, Tailwind 4, Leaflet, installable PWA; 51 backend tests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Measured Performance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3824020"/>
                <a:gridCol w="3374136"/>
                <a:gridCol w="4048963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quality, k=3, 467 districts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0.580; Davies-Bouldin 0.531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 1155.4; one feature, no held-out 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Tiers low / medium / high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 / 148 / 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97.8 / 327.9 / 720.9 crimes a year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 over 30 random inits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 min 0.659, mean 0.790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districts near the cut-offs move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Geocoding coverage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 of 827 (56.5 %)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district to 40 cities: median 8.1 km, max 231.3 km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real city pairs routed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had 2 routes; safest = fastest in 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and night order identical in 16 of 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SafePhrase matcher (default level)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54.2 %; 0 false triggers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written transcripts; no audio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push to guardian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15.4 ms (p95 17.2)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localhost, 30 trials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passed, 6 expected-fail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6 document real defects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indices measure separation of one number, not safety; there is no ground truth for risk. Alert delivery and the Gemini assistant could not be measured.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Results &amp; SafePhrase Trade-off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Tier-by-tier result: 278 low, 148 medium, 41 high districts - two cut-offs on one number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6364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SafePhrase matcher: recall 54 % (Medium) to 100 % (Ultra); false triggers 0 % to 10 %</a:t>
            </a:r>
            <a:endParaRPr lang="en-US" sz="1300" dirty="0"/>
          </a:p>
        </p:txBody>
      </p:sp>
      <p:pic>
        <p:nvPicPr>
          <p:cNvPr id="11" name="Tier-by-tier result: 278 low, 148 medium, 41 high districts - two cut-offs on one number" descr="Tier-by-tier result: 278 low, 148 medium, 41 high districts - two cut-offs on one numb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86" y="1733550"/>
            <a:ext cx="5002377" cy="3352800"/>
          </a:xfrm>
          <a:prstGeom prst="rect">
            <a:avLst/>
          </a:prstGeom>
        </p:spPr>
      </p:pic>
      <p:pic>
        <p:nvPicPr>
          <p:cNvPr id="12" name="SafePhrase matcher: recall 54 % (Medium) to 100 % (Ultra); false triggers 0 % to 10 %" descr="SafePhrase matcher: recall 54 % (Medium) to 100 % (Ultra); false triggers 0 % to 10 %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1318" y="1733550"/>
            <a:ext cx="5039612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Analysis: k and Other Tierings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sweep: k=2 has the highest silhouette, k=4 beats k=3 on both indices - k=3 is a three-tier UI choice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6364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methods agree with K-Means on 83 % (Ward) to 49 % (terciles) of districts</a:t>
            </a:r>
            <a:endParaRPr lang="en-US" sz="1300" dirty="0"/>
          </a:p>
        </p:txBody>
      </p:sp>
      <p:pic>
        <p:nvPicPr>
          <p:cNvPr id="11" name="k sweep: k=2 has the highest silhouette, k=4 beats k=3 on both indices - k=3 is a three-tier UI choice" descr="k sweep: k=2 has the highest silhouette, k=4 beats k=3 on both indices - k=3 is a three-tier UI choi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31" y="1733550"/>
            <a:ext cx="5035486" cy="3143250"/>
          </a:xfrm>
          <a:prstGeom prst="rect">
            <a:avLst/>
          </a:prstGeom>
        </p:spPr>
      </p:pic>
      <p:pic>
        <p:nvPicPr>
          <p:cNvPr id="12" name="Other methods agree with K-Means on 83 % (Ward) to 49 % (terciles) of districts" descr="Other methods agree with K-Means on 83 % (Ward) to 49 % (terciles) of district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938091"/>
            <a:ext cx="5486400" cy="27341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899769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(median / 95th percentile)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latency on 127.0.0.1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2.1 / 4.1 ms; risk areas 31.1 / 81.3; location push 14.7 / 20.4; SOS start 34.2 / 137.4; evidence 1 MB 18.4 / 23.8, 5 MB 61.0 / 117.9; login (bcrypt) 279 / 315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route plan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 s median / 2.00 s p95 including the OSRM call; scoring one route about 300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push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 ms median with 1 viewer; mean 14.6 ms to 5 viewers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passed, 6 expected-fail, 0 failed (57 tests, offline): auth, guardians, routes, SOS, evidence, WebSocket, scorer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Defects found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timeout gives HTTP 500; latitude 999 accepted; any WebSocket token accepted; no upload size limit; .html upload served as text/html; evidence files readable without login; no login lockout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i5-12500, 15.7 GB RAM, no GPU; K-Means fits in under a second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alert delivery, Gemini answers, real GPS / microphone, load beyond 5 viewers, user study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datasets)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1237183"/>
                <a:gridCol w="2249424"/>
                <a:gridCol w="2249424"/>
                <a:gridCol w="2474366"/>
                <a:gridCol w="1574596"/>
                <a:gridCol w="146212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and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/ measured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 safe zones; seven data.gov.in datasets, 2013 crimes, many features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GMM; Pearson, Spearman; cab alerts (designed)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k=3: DB 0.970, CH 221.0, silhouette 0.416; anticipated outcomes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Heatmaps, cab-vendor integration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Thawale et al. [6]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app with ESP32-CAM; historical crime data, test locations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classification, GPS, Firebase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93 % zone accuracy; SOS in 4-6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evidence, extra hardware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other task and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SHEGUARD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app; 2001-2012 district counts, 467 geocoded districts, one 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k=3 on one feature; OSRM route scoring; SafePhrase; WebSocket tracking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0.531, CH 1155.4, silhouette 0.580; 51 tests pass; push 15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SafePhrase, SOS, live link, SHA-256 evidence, assistant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different data and feature count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data, features and tasks: no numeric head-to-head is possible. Indices on one feature are not comparable with indices on many features.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Safe Route Planning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to Jaipur: two real OSRM routes (274.1 and 299.5 km), both HIGH risk, with district risk circles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6364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to Vijayawada: one route, 269.1 km, HIGH (20 / 0 / 80 % low / medium / high samples)</a:t>
            </a:r>
            <a:endParaRPr lang="en-US" sz="1300" dirty="0"/>
          </a:p>
        </p:txBody>
      </p:sp>
      <p:pic>
        <p:nvPicPr>
          <p:cNvPr id="11" name="Delhi to Jaipur: two real OSRM routes (274.1 and 299.5 km), both HIGH risk, with district risk circles" descr="Delhi to Jaipur: two real OSRM routes (274.1 and 299.5 km), both HIGH risk, with district risk circl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Hyderabad to Vijayawada: one route, 269.1 km, HIGH (20 / 0 / 80 % low / medium / high samples)" descr="Hyderabad to Vijayawada: one route, 269.1 km, HIGH (20 / 0 / 80 % low / medium / high samples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Emergency, Evidence and Guardian View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SOS: tracking link, '0 of 3 guardians reached' (no channel configured), photo and audio with SHA-256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6364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Guardian's page with no login: live position and path over WebSocket</a:t>
            </a:r>
            <a:endParaRPr lang="en-US" sz="1300" dirty="0"/>
          </a:p>
        </p:txBody>
      </p:sp>
      <p:pic>
        <p:nvPicPr>
          <p:cNvPr id="11" name="Active SOS: tracking link, '0 of 3 guardians reached' (no channel configured), photo and audio with SHA-256" descr="Active SOS: tracking link, '0 of 3 guardians reached' (no channel configured), photo and audio with SHA-2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Guardian's page with no login: live position and path over WebSocket" descr="Guardian's page with no login: live position and path over WebSocke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SafePhrase and AI Assistant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SafePhrase settings: stored phrase, SHA-256 fingerprint, four sensitivity levels (default Medium)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63640" y="5200650"/>
            <a:ext cx="54864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assistant: the Gemini key's quota was exhausted, so the app shows its 'unavailable' message</a:t>
            </a:r>
            <a:endParaRPr lang="en-US" sz="1300" dirty="0"/>
          </a:p>
        </p:txBody>
      </p:sp>
      <p:pic>
        <p:nvPicPr>
          <p:cNvPr id="11" name="SafePhrase settings: stored phrase, SHA-256 fingerprint, four sensitivity levels (default Medium)" descr="SafePhrase settings: stored phrase, SHA-256 fingerprint, four sensitivity levels (default Medium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AI assistant: the Gemini key's quota was exhausted, so the app shows its 'unavailable' message" descr="AI assistant: the Gemini key's quota was exhausted, so the app shows its 'unavailable' mess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SHEGUARD: a working web platform with safe-route scoring, SafePhrase and one-tap SOS, live guardian tracking, SHA-256 evidence and an assistant.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silhouette 0.580 and Davies-Bouldin 0.531 for the risk tiers; 51 tests pass; WebSocket push about 15 ms; SafePhrase recall 54 % at the default level with no false trigger.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the risk 'model' is two cut-offs on one old, un-normalised number; the night factor never changes a recommendation; major cities lie far from any district (Hyderabad 149 km).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Telegram / Gmail alerts and the Gemini answer were not demonstrated; evidence files are publicly retrievable; no field trial; built as a React PWA, not Flutter + Supabase.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 live tracking met; route, activation, evidence and access control partly met; assistant implemented but not demonstrated.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one-feature tiers with population-normalised, multi-feature risk (police, infrastructure, recent years) and geocode the missing states.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night factor change the ranking, cap the nearest-district distance and warn where there is no data.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and test real Telegram / SMS / email delivery; move sending off the event loop; add shake or power-button triggers.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defects: Gemini timeout handling, input ranges, authenticated evidence files, upload limits, login throttling, WebSocket token check.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trial with real users on phones, a native or Flutter client, hosted database with row-level security, HTTPS and load testing.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K. Agrawal, A. Srivastava, K. Sharma, S. K. Satapathy, S.-B. Cho, S. Mishra, A. Chowdhury, and A. Pal, "SafeRoutes: Charting a secure path - A holistic approach to women's safety through advanced clustering and GPS integration," IEEE Access, vol. 12, pp. 166368-166378, 2024, doi: 10.1109/ACCESS.2024.3488784.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M. S. Farooq, A. Masooma, U. Omer, R. Tehseen, S. A. M. Gilani, and Z. Atal, "The role of IoT in woman's safety: A systematic literature review," IEEE Access, vol. 11, pp. 69807-69825, 2023, doi: 10.1109/ACCESS.2023.3252903.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"A mobile-based women safety application with real-time emergency alert and location tracking," Int. Scientific J. of Engineering and Management, 2026 (listed in the batch literature survey; not independently retrieved).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"Shake-to-Alert: An automated mobile safety application for women with emergency notification via motion detection," in Proc. Int. Conf. IT Innovation and Knowledge Discovery (ITIKD), 2025 (listed in the batch literature survey; not independently retrieved).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"Cross-platform women safety mobile application with real-time alert system and GPS tracking," in Proc. Int. Conf. Electronic Systems and Intelligent Computing (ICESIC), 2026 (listed in the batch literature survey; not independently retrieved).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A. Thawale, H. Pal, M. Thakur, M. A. Bhave, P. Asokan, and M. Amnerkar, "Women safety mobile application using ESP32 camera and real-time crime data analysis," Int. J. Electrical, Electronics and Computer Systems, 2025.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R. Shinde, H. Nerkar, T. Kad, V. Gayake, and K. Chobe, "SafeGuard - Safe route recommendation system," Int. Research J. Modernization in Engineering, Technology and Science (IRJMETS), vol. 7, no. 3, Mar. 2025.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Sangeeta, M. S. Prajwal, D. P. Dogra, K. V. Thakare, H. Jung, I.-J. Kim, and H. Choi, "ExtrAnom: A VAD benchmark emphasizing the need for women's safety in society," arXiv:2605.25806, 2026.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J. MacQueen, "Some methods for classification and analysis of multivariate observations," in Proc. 5th Berkeley Symp. Mathematical Statistics and Probability, vol. 1, 1967, pp. 281-297.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S. P. Lloyd, "Least squares quantization in PCM," IEEE Trans. Information Theory, vol. IT-28, no. 2, pp. 129-137, 1982.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P. J. Rousseeuw, "Silhouettes: A graphical aid to the interpretation and validation of cluster analysis," J. Computational and Applied Mathematics, vol. 20, pp. 53-65, 1987.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D. L. Davies and D. W. Bouldin, "A cluster separation measure," IEEE Trans. Pattern Analysis and Machine Intelligence, vol. PAMI-1, no. 2, pp. 224-227, 1979.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T. Calinski and J. Harabasz, "A dendrite method for cluster analysis," Communications in Statistics, vol. 3, no. 1, pp. 1-27, 1974.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A. P. Dempster, N. M. Laird, and D. B. Rubin, "Maximum likelihood from incomplete data via the EM algorithm," J. Royal Statistical Society: Series B, vol. 39, no. 1, pp. 1-38, 1977.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J. H. Ward, "Hierarchical grouping to optimize an objective function," J. American Statistical Association, vol. 58, no. 301, pp. 236-244, 1963.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F. Pedregosa et al., "Scikit-learn: Machine learning in Python," J. Machine Learning Research, vol. 12, pp. 2825-2830, 2011.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D. Luxen and C. Vetter, "Real-time routing with OpenStreetMap data," in Proc. 19th ACM SIGSPATIAL Int. Conf. Advances in Geographic Information Systems, 2011, pp. 513-516.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M. Haklay and P. Weber, "OpenStreetMap: User-generated street maps," IEEE Pervasive Computing, vol. 7, no. 4, pp. 12-18, 2008.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M. Jones, J. Bradley, and N. Sakimura, "JSON Web Token (JWT)," RFC 7519, Internet Engineering Task Force, May 2015.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I. Fette and A. Melnikov, "The WebSocket protocol," RFC 6455, Internet Engineering Task Force, Dec. 2011.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 N. Provos and D. Mazieres, "A future-adaptable password scheme," in Proc. USENIX Annual Technical Conf., 1999, pp. 81-91.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 "Secure hash standard (SHS)," Federal Information Processing Standards Publication FIPS PUB 180-4, National Institute of Standards and Technology, Aug. 2015.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[23] rajanand, "Crime in India," Kaggle dataset (district-wise crimes against women, 2001-2012), CC0 public domain. [Online]. Available: https://www.kaggle.com/datasets/rajanand/crime-in-india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[24] balajivaraprasad, "Crimes against women in India 2001-2021," Kaggle dataset, CC0 public domain. [Online]. Available: https://www.kaggle.com/datasets/balajivaraprasad/crimes-against-women-in-india-2001-2021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[25] "Web Speech API," W3C Community Group specification. [Online]. Available: https://webaudio.github.io/web-speech-api/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[26] Google, "Gemini API: generateContent," Google AI for Developers documentation. [Online]. Available: https://ai.google.dev/gemini-api/docs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[27] S. Ramirez, "FastAPI," software documentation. [Online]. Available: https://fastapi.tiangolo.com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[28] V. Agafonkin, "Leaflet: an open-source JavaScript library for interactive maps." [Online]. Available: https://leafletjs.com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[29] Nominatim contributors, "Nominatim: open-source geocoding with OpenStreetMap data" and usage policy. [Online]. Available: https://nominatim.org</a:t>
            </a:r>
            <a:endParaRPr lang="en-US" sz="850" dirty="0"/>
          </a:p>
          <a:p>
            <a:pPr marL="342900" indent="-342900">
              <a:spcAft>
                <a:spcPts val="5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[30] Telegram, "Telegram Bot API." [Online]. Available: https://core.telegram.org/bots/api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A7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SHEGUARD: Final Review</dc:title>
  <dc:subject>SHEGUARD: AI Powered Women's Safety Platform</dc:subject>
  <dc:creator>Batch A7</dc:creator>
  <cp:lastModifiedBy>Batch A7</cp:lastModifiedBy>
  <cp:revision>1</cp:revision>
  <dcterms:created xsi:type="dcterms:W3CDTF">2026-10-07T05:03:03Z</dcterms:created>
  <dcterms:modified xsi:type="dcterms:W3CDTF">2026-10-07T05:03:03Z</dcterms:modified>
  <cp:keywords>women's safety, safe route, K-Means, SOS, live tracking, evidence hashing</cp:keywords>
  <cp:category/>
  <dc:description/>
  <cp:contentStatus/>
</cp:coreProperties>
</file>