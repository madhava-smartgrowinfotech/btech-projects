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Mula Sreebindu	23K91A05G3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Puramshetty Vishnu Vardhan	23K91A05K2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K Sampoorna	24K95A0512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Korsa Shivashankar	24K95A0515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 Anupama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250" b="1" dirty="0">
                <a:solidFill>
                  <a:srgbClr val="C0504D"/>
                </a:solidFill>
                <a:latin typeface="Times New Roman" pitchFamily="18" charset="0"/>
              </a:rPr>
              <a:t>Paper Evaluation Using Artificial Intelligence (Hybrid AI Framework for Research Paper Evaluation &amp; Reviewer Recommendation)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rapid growth of scientific publications has made the research paper review process increasingly challenging for journals, conferences, and academic institutions.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Traditional paper evaluation and reviewer assignment methods are often time-consuming, subjective, and prone to inconsistencies.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project focuses on developing a Hybrid Artificial Intelligence Framework for Research Paper Evaluation and Reviewer Recommendation.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system utilizes Natural Language Processing (NLP), Machine Learning (ML), and Deep Learning techniques to automatically analyze research papers and assess their quality.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Simultaneously, the framework recommends suitable reviewers by matching paper topics with reviewer expertise using semantic similarity analysis and intelligent recommendation.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"LLM-Assisted Reviewer Assignment via Auditable Expertise Matching"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10.1109/access.2026.3724622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performs auditable reviewer assignment using language models. The gap is combining that assignment with preliminary paper evaluation so both halves of the editorial workload are supported.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Journals and conferences receive far more submissions than the reviewer pool can absorb.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Assigning each paper to a genuinely expert reviewer is slow and largely manual.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 mismatched reviewer produces a low-quality review and delays the decision.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Natural language processing can represent both papers and reviewer expertise as comparable vectors.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Semantic similarity then ranks reviewers by genuine topical fit rather than keyword overlap.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Preliminary automated assessment can screen submissions before human review begins.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1. LLM-Assisted Reviewer Assignment via Auditable Expertise Matching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2. How to get your paper accepted by an AI reviewer: indirect prompt injection in peer review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3. Unveiling the Reviewer Mindset: Evidence-Based Insights into Scholarly Peer Review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Unveiling the Reviewer Mindset: Evidence-Based Insights into Scholarly Peer Review,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4. Review of: Performance evaluation of adaptive introgression classification methods. Round#1/Reviewer#2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Peer Community in Evolutionary Biology, 2024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5. Review of: Performance evaluation of adaptive introgression classification methods. Round#2/Reviewer#2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Peer Community in Evolutionary Biology, 2024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Build a corpus of submitted papers and reviewer publication profiles.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Extract topics, methods and keywords from paper text using natural language processing.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Represent reviewer expertise from their publication history as comparable vectors.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Compute semantic similarity to rank candidate reviewers for each submission.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Provide a preliminary quality assessment covering structure, novelty signals and completeness.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assignment quality against expert judgement and measure conflict-of-interest handling.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Reviewer assignment is manual and depends on an editor's personal knowledge of the field.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Keyword matching assigns reviewers who share vocabulary but not genuine expertise.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Review turnaround is slow, delaying publication of valid research.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Evaluation quality varies widely between reviewers with no consistency check.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framework that assesses submissions automatically and assigns each to the most topically expert reviewer.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