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Palle Yashaswini	23K91A05H9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Mohammed Muneeb Ahmed	24K95A0518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Kamasani Manisha	24K95A0513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Pothagani Nithyya Bhargava	23K91A05J6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 Pallavi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Online Vehicle Parking Reservation System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increasing number of vehicles in urban areas has made finding parking spaces a major challenge, leading to traffic congestion, wasted time.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Online Vehicle Parking Reservation System is a web-based application designed to simplify the parking process by allowing users to search for available parking slots.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also provides an admin panel to efficiently manage parking locations, parking slots, users, bookings, and payment records.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By providing real-time parking availability and an automated reservation process, the system reduces the time spent searching for parking, prevents double bookings.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offers a smart, secure, reliable, and user-friendly solution for modern parking management.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"Smart Parking for Medical Cities via Passenger-Aware Allocation and Fast Grouping–Permutation Heuristics"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Open Journal of the Computer Society   |   2026   |   DOI: 10.1109/ojcs.2026.3693801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optimises allocation within large managed facilities. The gap is a general reservation platform covering search, booking, payment and operator analytics for ordinary urban parking.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Drivers in dense urban areas spend a significant share of each trip searching for parking.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That search adds congestion, wasted fuel and avoidable emissions.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Parking operators have no visibility of demand and cannot plan capacity.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Advance reservation converts an uncertain search into a guaranteed slot.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Real-time slot status lets the system show only genuinely available spaces.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Online payment and digital records remove cash handling and manual registers.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Smart Parking for Medical Cities via Passenger-Aware Allocation and Fast Grouping–Permutation Heuristics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Open Journal of the Computer Society,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Design and Implementation of a Web-Based Smart Vehicle Parking Reservation and Management System with.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American Journal of AI Cyber Computing Management,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DIGITAL PARKING SLOT RESERVATION SYSTEM FOR VEHICLES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Engineering Science and Advanced Technology,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PARKING SLOT PREDICTION AND FACE RECOGNITION BASED PARKED VEHICLE THEFT PREVENTION IN SMART PARKING.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Research Journal of Modernization in Engineering Technology and Science,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Smart Vehicle Parking Reservation System Using Web And Mobile Technologies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Research Digest on Engineering Management and Social Innovations,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user registration, authentication and vehicle profile management.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Maintain real-time parking slot availability across registered parking facilities.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Implement slot search, advance reservation and booking cancellation.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Integrate secure online payment and generate digital receipts.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Provide an administrator dashboard for slots, bookings, occupancy and revenue.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booking success rate, allocation efficiency and system response time.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Drivers circle repeatedly because there is no way to know which slots are free.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Parking operators manage occupancy through manual registers with no live view.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Without reservation, arriving at a facility gives no guarantee of a space.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Cash-based collection is slow at entry and provides no usable records.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reservation platform that shows live availability, guarantees a slot in advance, and handles payment digitally.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