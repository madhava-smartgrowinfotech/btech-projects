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Mohd Ahmed	23K91A05F7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Manne Upender	23K91A05E6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Padala Rajesh	23K91A05H7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Madagouni Harshavardhan Goud	23K91A05D5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Srikanth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AI-Based Financial Identification Based On Demography and Financial Forecasting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Financial identification and economic forecasting are essential for assessing an individual's financial status and predicting future economic conditions.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systems often rely on traditional statistical methods and limited financial parameters.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can result in inaccurate predictions and inefficient financial decision-making.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an AI-Based Financial Identification System that utilizes Machine Learning techniques to analyze demographic attributes such as age, occupation.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identifies financial profiles and forecasts future economic trends by discovering hidden patterns within the data.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"An Explainable Machine Learning Framework for Organizational Financial Distress Detection: Evidence From Korean Hospital Panel Data"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10.1109/access.2026.3709346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applies explainable machine learning to organisational financial distress. The gap is extending the same approach to individual profiling where demographic context carries much of the signal.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Financial decisions depend on assessing an individual's economic position accurately.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scoring uses a narrow set of financial parameters and ignores demographic context.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Demographic factors such as age, occupation, region and household size shape financial behaviour.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captures non-linear interaction between demographic and financial variables.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Forecasting future position matters more than describing the present one.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Explainability is mandatory because financial decisions must be justified to the customer and the regulator.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An Explainable Machine Learning Framework for Organizational Financial Distress Detection: Evidence From.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Forecasting Sovereign Credit Risk Amidst a Political Crisis: A Machine Learning and Deep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Journal of Risk and Financial Management,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Credit and Financial Cycle Synchronization: Impact on Sovereign Credit Risk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Financial and Credit Risk Research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Design of a Multimodal Credit Risk Forecasting System for Financial Text Analysis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Proceedings of the 2nd International Symposium on Integrated Circuit Design and Integrated Systems,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Collect a dataset combining demographic attributes with financial and transactional parameters.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Preprocess the data, handle missing values and encode categorical demographic fields.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models to classify financial profile and estimate credit or distress risk.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Build a forecasting component that projects future financial position.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Add an explainability layer showing which factors drove each assessment.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using accuracy, precision, recall and ROC-AUC, and deploy through a web interface.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statistical scoring misses non-linear interaction between demographic and financial factors.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Assessment based on limited parameters produces inaccurate and unfair outcomes.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Static scoring describes the present position but does not forecast future risk.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An unexplained financial decision cannot be defended to the customer or a regulator.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system that combines demographic and financial data to assess and forecast financial position with explainable output.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