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Neela Mojes	23K91A05H1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Noor Saniya	23K91A05H4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Malkajgiri Akshitha	23K91A05E2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Maravajhala Radha Sri Aashritha	23K91A05E7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 Rajasekhar Rao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FAKE NEWS DETECTION SYSTEM USING FEATURE BASED OPTIMISED MSVM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Nowadays, the detection of fake news has become a major concern in the modern world because of the fast dissemination of misinformation on social media channels and online.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methods that have been developed for fake news detection utilize different machine learning and deep learning methods for classification of news articles into real or.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But most of these models face several problems such as high computational complexity, inefficient use of data, improper feature selection.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goal of this research project is to develop a Fake News Detection System based on Featured Based Optimized Multi-Class Support Vector Machine (MSVM) Classification.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It will make use of Principal Component Analysis (PCA) for feature extraction and Firefly Optimization for feature selection.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"An algorithmic system for arabic fake news detection using neural networks and transformer embeddings with class weighting."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2026   |   DOI: 10.1038/s41598-026-45653-4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applies neural and transformer models to fake news detection. The gap is a computationally light pipeline where feature reduction and metaheuristic parameter tuning deliver comparable accuracy at lower cost.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Misinformation spreads faster than verified reporting on social platforms and news portals.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fact-checking cannot match the volume or the speed of publication.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Text classifiers can separate genuine from fabricated articles using linguistic features.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High-dimensional text features slow training and reduce accuracy if left unreduced.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Principal Component Analysis reduces dimensionality while retaining discriminative information.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Metaheuristic optimisation such as the Firefly algorithm tunes classifier parameters and feature subsets.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An algorithmic system for arabic fake news detection using neural networks and transformer embeddings.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Word Embedding and Classification Methods and Their Effects on Fake News Detection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A Deep Learning Ensemble Framework for Fake News Stance Detection and Classification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Nanotechnology Perceptions,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Fake News Detection Using Machine Learning Techniques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Analysis of Fake News Detection and Prevention of Various Fake News Detection Algorithms and their.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Text and Social Media Analytics for Fake News and Hate Speech Detection, 2024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Assemble a labelled dataset of genuine and fabricated news articles.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Preprocess the text with tokenisation, stop-word removal, stemming and vectorisation.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Apply Principal Component Analysis to reduce feature dimensionality.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Use the Firefly algorithm to optimise feature selection and MSVM parameters.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Train a Multi-class Support Vector Machine classifier on the optimised feature set.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accuracy, precision, recall and F1-score against unoptimised baselines.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Fabricated news reaches large audiences before any fact-check is published.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High-dimensional text features make classifiers slow and prone to overfitting.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Default classifier parameters give suboptimal accuracy on noisy news text.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Many published detectors report accuracy without addressing computational cost.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an optimised classifier that reduces feature dimensionality and tunes its own parameters to detect fabricated news accurately and efficiently.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