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Mopidevi Bhagyasri	23K91A05F9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Pamulaparthi Harsha Vardan Reddy	23K91A05J0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Mohammad Faruk Baba	23K91A05F3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Prahalladh Terati	23K91A05J8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 Usha Devi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Smart Campus Placement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Smart Campus Placement System is an intelligent platform designed to improve the efficiency of campus recruitment activities through Machine Learning.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analyzes student academic records, technical skills, aptitude scores, and previous placement data to predict placement eligibility and recommend suitable companies.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placement systems mainly focus on storing student information and managing recruitment activities.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they lack intelligent decision support and personalized recommendations.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Our proposed system integrates Machine Learning algorithms to identify placement-ready students and provide company recommendations based on individual profiles.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"Student placement prediction system using machine learning"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International Journal of Engineering Technology and Management Sciences   |   2026   |   DOI: 10.46647/ijetms.2026.v10i03.008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predicts placement outcomes from academic records. The gap is extending prediction into company recommendation and actionable skill-gap feedback for the student.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Campus placement outcomes determine student careers and shape an institution's reputation.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Placement cells manage the process through spreadsheets and manual shortlisting.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Student records already contain predictive signals: academics, skills, aptitude and past placement history.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can estimate placement likelihood before the recruitment season begins.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Early prediction lets the institution direct training at students who need it most.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Matching student profiles to company requirements improves shortlisting quality.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Student placement prediction system using machine learning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Engineering Technology and Management Sciences,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Excelling through Placement Process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Campus to Corporate,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Campus Placement Prediction And Analysis Using Machine 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Research Publication and Reviews,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Student Placement Package Prediction By Regression Analysis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Research Publication and Reviews,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Predictive Analysis of Campus Placement of Student Using Machine Learning Algorithms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Journal of IoT and Machine Learning,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student academic records, technical skills, aptitude scores and historical placement outcomes.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Clean and encode the data and address imbalance between placed and unplaced students.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and compare classifiers to predict placement eligibility for each student.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Recommend suitable companies by matching student profiles against recruiter requirements.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Identify the skill gaps that most reduce a student's placement probability.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Provide dashboards for placement officers and evaluate using accuracy, precision and recall.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Placement cells store student data but perform no predictive analysis on it.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Students receive no early indication of readiness while there is still time to improve.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Shortlisting is manual, slow and inconsistent across recruiters.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No feedback identifies which specific skills a student should acquire next.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system that predicts placement readiness early, recommends suitable companies, and tells each student which skills to close.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