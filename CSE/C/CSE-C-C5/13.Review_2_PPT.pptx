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Placed rate by target tier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Tier 1 (324)</c:v>
                </c:pt>
                <c:pt idx="1">
                  <c:v>Tier 2 (1,320)</c:v>
                </c:pt>
                <c:pt idx="2">
                  <c:v>Tier 3 (1,356)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0.096</c:v>
                </c:pt>
                <c:pt idx="1">
                  <c:v>0.495</c:v>
                </c:pt>
                <c:pt idx="2">
                  <c:v>0.816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system is designed and built: the data and model, what is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1: the placement-cell gap, our adaptation of the hybrid model, and how the two base papers relate.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FastAPI layer imports the original src.recommend functions, so Flask and React use exactly the same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training scripts are three commands. The experiments script re-derives confusion matrices, a five-seed study and a label-free hybrid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upfront: the dataset is synthetic because real placement records are private. Placed rate by tier is strongly structured (9.6%, 49.5%, 81.6%), which is how the generator was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Frequency encoding avoids sparse one-hot columns for company and role. The gap features compare the student against the chosen company's cutoffs.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residual set in the paper uses the true labels. The served model cannot, so predict_for refines only the borderline band; the label-free effect is measured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hyper-parameters are the base paper's. We did not tune them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predict_for in src/recommend.py. The recommendation algorithm calls it for every feasible company and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flow. The src/ modules are the original code; the backend and the React front end are the new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description mentions MySQL; the implementation uses files. The ER diagram models the logical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Python 3.14.7 on Windows 11. run.bat creates the virtual environment, installs packages, trains if needed and starts both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honest gaps: no real data, no authentication or database, slow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Numbers are models/metrics.json for the shipped pickles (reproduced exactly) plus the label-free variant measured by scripts/run_experiments.py.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from the running application captured with Playwright; nothing is mocked.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46 checks: 10 unit, 8 integration, 6 functional, 13 validation, 9 security. Timings on 127.0.0.1.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led to a concrete change in the code base or in how results are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 and beyond; the first item depends on data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synthetic data; why the hybrid gain disappears without labels; how recommendations are validated (they are not, yet).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Placement System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Campus Placement System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calibrated XGBoost with kNN refinement behind a FastAPI service and a React interface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Mopidevi Bhagyasri  23K91A05F9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Pamulaparthi Harsha Vardan Reddy  23K91A05J0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Mohammad Faruk Baba  23K91A05F3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Prahalladh Terati  23K91A05J8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 Usha Devi,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C5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Placement cells hold student records but do no prediction: students get no early signal, shortlisting is manual, and nobody tells a student which skill or which company to aim for.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For a student, company and role: build 24 features, estimate the placement probability with calibrated XGBoost (kNN refines borderline cases), explain the gaps, and recommend higher-probability company-role pairs.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Declared base [1] predicts placement with LR, RF and boosting but reports no numbers. The method we adapt is the hybrid XGBoost + kNN framework of [2], built for admissions on real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78" y="1188720"/>
            <a:ext cx="5964762" cy="5029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71600"/>
            <a:ext cx="38404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Layers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Presentation: React 19 app (port 5405) and the original Flask pages (port 5000).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Application: FastAPI (port 8405), 9 endpoints, Pydantic validation, CORS for the front end only.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Core: src/ modules (features, training, prediction, recommendation) shared by both interfaces.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Storage: CSV data and pickled models; no SQL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Generate 3,000 students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24 features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70/15/15 split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 baselines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Platt calibration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kNN / SVM residual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Models + metrics.json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2834640"/>
            <a:ext cx="3520440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One feature function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52044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Training, the API and the recommender all call the same build_features, so there is no train/serve mismatch.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2834640"/>
            <a:ext cx="3520440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Stratified split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52044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Placed ratio kept in every part: 2,100 train / 450 validation / 450 test, seed 42; test used once.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2834640"/>
            <a:ext cx="3520440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Reproducible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52044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src/ scripts regenerate data, models and plots; scripts/run_experiments.py adds the extra measurements.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(synthetic)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3,000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synthetic students, 19 columns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companies: 7 Tier-1, 15 Tier-2, 8 Tier-3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59.7%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placed (1,791 / 3,000)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</a:rPr>
              <a:t>2,100 / 450 / 450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train / validation / test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48640" y="2697480"/>
          <a:ext cx="5120640" cy="356616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943600" y="2743200"/>
            <a:ext cx="566928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No real student data.</a:t>
            </a:r>
            <a:r>
              <a:rPr sz="1400" b="0" i="0">
                <a:solidFill>
                  <a:srgbClr val="0F172A"/>
                </a:solidFill>
              </a:rPr>
              <a:t> Records come from src/generate_dataset.py (seed 42): scores follow CGPA with noise; the label is drawn from a logistic score of cutoff gaps, internships, projects, backlogs and tier.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The 30-company table (cutoffs, packages 4.0 to 28.0 LPA, hiring rates) is invented but plausible.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No missing values; classes 59.7 / 40.3, so no resampling was applied.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Because the labels follow a logistic rule, even Logistic Regression scores well; results are not claims about real placements.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and features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Picture 25" descr="11_train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326216"/>
            <a:ext cx="6035040" cy="319972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0" y="1325880"/>
            <a:ext cx="47548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</a:rPr>
              <a:t>1  Frequency-encode 5 categoricals (branch, company, role, degree, student type)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</a:rPr>
              <a:t>2  Z-score 13 numeric columns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</a:rPr>
              <a:t>3  Add 6 engineered columns: skill index, company hiring rate, CGPA x tier, CGPA / aptitude / technical gap to the company's cutoffs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475569"/>
                </a:solidFill>
              </a:rPr>
              <a:t>= 24 features. Maps and scaler are fitted on the training split only and saved in preprocess.pkl.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Gap features carry the placement logic: SHAP ranks CGPA gap, backlogs, technical gap, aptitude gap and CGPA x tier highest.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design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81381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603504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Logistic Regression, Decision Tree, Random Forest (200), SVM (RBF), kNN (k = 9)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100 trees, depth 8, learning rate 0.1, subsample 0.8, colsample 0.8, L1 0.1, L2 1.0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Calibration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Platt scaling: CalibratedClassifierCV(sigmoid, cv = 3)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Residual set 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calibrated prediction wrong OR probability in [0.4, 0.6] (base paper Eq. 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Local 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kNN (k = 9) and SVM (RBF) fitted on all training rows, applied to R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Serving 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 = XGBoost; if 0.4 &lt;= p &lt;= 0.6 then p = 0.5 p + 0.5 kNN; ready if p &gt;= 0.5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9052560" y="1280160"/>
            <a:ext cx="258775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052560" y="1280160"/>
            <a:ext cx="73152" cy="1325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53728" y="1371600"/>
            <a:ext cx="231343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049170"/>
            <a:ext cx="231343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input features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2743200"/>
            <a:ext cx="258775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052560" y="2743200"/>
            <a:ext cx="73152" cy="13258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53728" y="2834640"/>
            <a:ext cx="231343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1.49 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3512210"/>
            <a:ext cx="231343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calibrated XGBoost file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4206240"/>
            <a:ext cx="258775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052560" y="4206240"/>
            <a:ext cx="73152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253728" y="4297679"/>
            <a:ext cx="231343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CPU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4975250"/>
            <a:ext cx="231343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about 3 s to retrain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34847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stratified 70 / 15 / 15, seed 42 (2,100 / 450 / 450)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Cross-validation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9-fold on the training split for XGBoost: accuracy 0.8147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Calibration quality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Brier score 0.1352 after Platt scaling (raw XGBoost 0.1379)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Residual rate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22.9% of test rows with the label-based rule; 6.9% borderline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Intel Core i5-12500 (6 cores, 12 threads), 15.7 GB, no GPU; Python 3.14.7, scikit-learn 1.9.0, XGBoost 3.4.1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calibr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39412"/>
            <a:ext cx="2743200" cy="186537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66160" y="452628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Platt scaling improves Brier only slightly (0.1379 to 0.1352) and Logistic Regression is better calibrated (0.1180): calibration is needed for ranking recommendations, but it is not a large gain here. Mean predicted probability on test is 0.592 against an observed rate of 0.596.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8192"/>
            <a:ext cx="4754880" cy="494169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1371600"/>
            <a:ext cx="59436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Calibrated probability.</a:t>
            </a:r>
            <a:r>
              <a:rPr sz="1600" b="0" i="0">
                <a:solidFill>
                  <a:srgbClr val="0F172A"/>
                </a:solidFill>
              </a:rPr>
              <a:t> XGBoost output after Platt scaling.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Borderline refinement.</a:t>
            </a:r>
            <a:r>
              <a:rPr sz="1600" b="0" i="0">
                <a:solidFill>
                  <a:srgbClr val="0F172A"/>
                </a:solidFill>
              </a:rPr>
              <a:t> If p is between 0.4 and 0.6, blend with the kNN probability (0.5 / 0.5).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Decision.</a:t>
            </a:r>
            <a:r>
              <a:rPr sz="1600" b="0" i="0">
                <a:solidFill>
                  <a:srgbClr val="0F172A"/>
                </a:solidFill>
              </a:rPr>
              <a:t> Placement ready if p &gt;= 0.5, otherwise needs improvement with skill-gap tips.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Tips.</a:t>
            </a:r>
            <a:r>
              <a:rPr sz="1600" b="0" i="0">
                <a:solidFill>
                  <a:srgbClr val="0F172A"/>
                </a:solidFill>
              </a:rPr>
              <a:t> Rules on the company cutoffs: CGPA, aptitude, technical, internship.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64" y="1188720"/>
            <a:ext cx="5431430" cy="512064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92240" y="1371600"/>
          <a:ext cx="5148072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77063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generate_dataset.py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synthetic students, 30 companies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preprocess.py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encode, scale, gap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hybrid_model.py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train, calibrate, hybrid, plots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recommend.py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predict_for, recommend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backend/main.py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9 FastAPI routes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app.py + templates/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original Flask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frontend/src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React pages and charts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314" y="1234440"/>
            <a:ext cx="5171050" cy="4663440"/>
          </a:xfrm>
          <a:prstGeom prst="rect">
            <a:avLst/>
          </a:prstGeom>
        </p:spPr>
      </p:pic>
      <p:pic>
        <p:nvPicPr>
          <p:cNvPr id="27" name="Picture 26" descr="06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34440"/>
            <a:ext cx="4663440" cy="4663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There is no SQL database: students and companies are CSV files, models are pickles and metrics are JSON. The ER diagram shows these stores; the class diagram shows the Pydantic models and the modules.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3484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Machine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scikit-learn 1.9.0, XGBoost 3.4.1, SHAP 0.52.0, pandas 3.0.5, NumPy 2.5.3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Plots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matplotlib (PCA, probability histogram, SHAP bars)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FastAPI 0.159.1, Uvicorn 0.54.0, Pydantic 2.14.1 (port 8405)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Original UI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Flask 3.1.3, Jinja templates (port 5000)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React 19.3, Vite 8.3, Tailwind 4.3, Recharts, three.js, framer-motion (port 5405)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46 scripted checks, smoke test, Playwright for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1280160"/>
                <a:gridCol w="46908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Dataset generator, features, training, calibration, hybrid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src/, models/metrics.json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Prediction with skill-gap tips; company-role recommendation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src/recommend.py, 46 checks 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FastAPI service (9 endpoints)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smoke test 15 / 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 interface (6 pages, command palette)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10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Officer dashboard and recruiter shortlist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metrics, SHAP, PCA, 1,394-match filter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Real placement data, login, database, PDF / e-mail 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stated limitations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Recommendation speed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Weak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3 to 8 s per request (pickles reloaded)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held-out test split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0.8067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XGBoost + Platt accuracy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0.8400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hybrid, true labels used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0.8089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hybrid, label-free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0.9106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Logistic Regression AUC (best)</a:t>
            </a:r>
          </a:p>
        </p:txBody>
      </p:sp>
      <p:pic>
        <p:nvPicPr>
          <p:cNvPr id="42" name="Picture 41" descr="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08662"/>
            <a:ext cx="6949440" cy="314379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772400" y="2697480"/>
            <a:ext cx="3867912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97356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2852928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3566160"/>
            <a:ext cx="346557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450 test students, seed 42. The hybrid's 0.84 relies on the true labels to choose the refined rows; without them it is 0.8089 vs 0.8067 for XGBoost + Platt: one student. Logistic Regression has the highest AUC (0.9106).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2_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0150"/>
            <a:ext cx="6766560" cy="42291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03_recomm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9291"/>
            <a:ext cx="4050791" cy="253174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8" name="Picture 27" descr="04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841051"/>
            <a:ext cx="4050791" cy="253174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48640" y="553212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Eligibility: Microsoft SDE for a CGPA 8.4 student, 22.2% (technical 79 below the 82 cutoff). Right: recommendations (base 10.8% at Google) and the officer dashboard. Real application, 3,000-student dataset.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46 / 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scripted checks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15 /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smoke-test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66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mean POST /api/predict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5.4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mean POST /api/recommend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88920"/>
          <a:ext cx="11091672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5605272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The hybrid's gain depends on the true labels; the label-free rule gains one student of 450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Report both; recommend the label-free number as the deployable 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Unknown branch or role values are accepted (frequency 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Documented as a validation gap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Role-only list is empty when the target company fails the feasibility filter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Documented; hybrid and company-only lists still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663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 real placement records are available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Synthetic generator with a stated logistic rule; limitation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The paper's residual rule uses true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Added a label-free variant and a five-seed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The pickled company table needs pyarrow with pandas 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pyarrow added to requirements.txt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Recommendation reloads four pickle files for every 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Measured 3 to 8 s; caching 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Python clients to localhost add about 2 s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Latency measured on 127.0.0.1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Re-run on real, anonymised placement records if the cell can share them; keep the split free of leakage.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84448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Speed 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Cache the model files once per process so a recommendation takes well under a second.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1908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Harden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Validate categories, add login and roles, store data in a database.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53728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Batch CSV prediction, PDF reports and per-student SHAP explanations.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cement">
  <a:themeElements>
    <a:clrScheme name="Placemen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Placem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lacemen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Placement System: Review 2</dc:title>
  <dc:subject>Batch C5 (CSE-C)</dc:subject>
  <dc:creator>Mopidevi Bhagyasri, Pamulaparthi Harsha Vardan Reddy, Mohammad Faruk Baba, Prahalladh Terati</dc:creator>
  <cp:lastModifiedBy/>
  <cp:revision>1</cp:revision>
  <dcterms:created xsi:type="dcterms:W3CDTF">2026-10-13T12:40:05Z</dcterms:created>
  <dcterms:modified xsi:type="dcterms:W3CDTF">2026-10-13T12:40:05Z</dcterms:modified>
  <cp:keywords>campus placement, XGBoost, kNN, recommendation, educational data mining</cp:keywords>
  <dc:description/>
</cp:coreProperties>
</file>