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WER (normalised)</c:v>
                </c:pt>
              </c:strCache>
            </c:strRef>
          </c:tx>
          <c:spPr>
            <a:solidFill>
              <a:srgbClr val="1B2A41"/>
            </a:solidFill>
          </c:spPr>
          <c:cat>
            <c:strRef>
              <c:f>Sheet1!$A$2:$A$13</c:f>
              <c:strCache>
                <c:ptCount val="12"/>
                <c:pt idx="0">
                  <c:v>English</c:v>
                </c:pt>
                <c:pt idx="1">
                  <c:v>Hindi</c:v>
                </c:pt>
                <c:pt idx="2">
                  <c:v>Spanish</c:v>
                </c:pt>
                <c:pt idx="3">
                  <c:v>French</c:v>
                </c:pt>
                <c:pt idx="4">
                  <c:v>German</c:v>
                </c:pt>
                <c:pt idx="5">
                  <c:v>Portuguese</c:v>
                </c:pt>
                <c:pt idx="6">
                  <c:v>Russian</c:v>
                </c:pt>
                <c:pt idx="7">
                  <c:v>Arabic</c:v>
                </c:pt>
                <c:pt idx="8">
                  <c:v>Turkish</c:v>
                </c:pt>
                <c:pt idx="9">
                  <c:v>Dutch</c:v>
                </c:pt>
                <c:pt idx="10">
                  <c:v>Polish</c:v>
                </c:pt>
                <c:pt idx="11">
                  <c:v>Korean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0.206</c:v>
                </c:pt>
                <c:pt idx="1">
                  <c:v>0.462</c:v>
                </c:pt>
                <c:pt idx="2">
                  <c:v>0.082</c:v>
                </c:pt>
                <c:pt idx="3">
                  <c:v>0.161</c:v>
                </c:pt>
                <c:pt idx="4">
                  <c:v>0.21</c:v>
                </c:pt>
                <c:pt idx="5">
                  <c:v>0.14</c:v>
                </c:pt>
                <c:pt idx="6">
                  <c:v>0.229</c:v>
                </c:pt>
                <c:pt idx="7">
                  <c:v>0.308</c:v>
                </c:pt>
                <c:pt idx="8">
                  <c:v>0.276</c:v>
                </c:pt>
                <c:pt idx="9">
                  <c:v>0.327</c:v>
                </c:pt>
                <c:pt idx="10">
                  <c:v>0.313</c:v>
                </c:pt>
                <c:pt idx="11">
                  <c:v>0.282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 (normalised)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Sheet1!$A$2:$A$13</c:f>
              <c:strCache>
                <c:ptCount val="12"/>
                <c:pt idx="0">
                  <c:v>English</c:v>
                </c:pt>
                <c:pt idx="1">
                  <c:v>Hindi</c:v>
                </c:pt>
                <c:pt idx="2">
                  <c:v>Spanish</c:v>
                </c:pt>
                <c:pt idx="3">
                  <c:v>French</c:v>
                </c:pt>
                <c:pt idx="4">
                  <c:v>German</c:v>
                </c:pt>
                <c:pt idx="5">
                  <c:v>Portuguese</c:v>
                </c:pt>
                <c:pt idx="6">
                  <c:v>Russian</c:v>
                </c:pt>
                <c:pt idx="7">
                  <c:v>Arabic</c:v>
                </c:pt>
                <c:pt idx="8">
                  <c:v>Turkish</c:v>
                </c:pt>
                <c:pt idx="9">
                  <c:v>Dutch</c:v>
                </c:pt>
                <c:pt idx="10">
                  <c:v>Polish</c:v>
                </c:pt>
                <c:pt idx="11">
                  <c:v>Korean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0.091</c:v>
                </c:pt>
                <c:pt idx="1">
                  <c:v>0.179</c:v>
                </c:pt>
                <c:pt idx="2">
                  <c:v>0.021</c:v>
                </c:pt>
                <c:pt idx="3">
                  <c:v>0.056</c:v>
                </c:pt>
                <c:pt idx="4">
                  <c:v>0.092</c:v>
                </c:pt>
                <c:pt idx="5">
                  <c:v>0.061</c:v>
                </c:pt>
                <c:pt idx="6">
                  <c:v>0.062</c:v>
                </c:pt>
                <c:pt idx="7">
                  <c:v>0.09</c:v>
                </c:pt>
                <c:pt idx="8">
                  <c:v>0.084</c:v>
                </c:pt>
                <c:pt idx="9">
                  <c:v>0.117</c:v>
                </c:pt>
                <c:pt idx="10">
                  <c:v>0.078</c:v>
                </c:pt>
                <c:pt idx="11">
                  <c:v>0.121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StoryVox is designed and built, what is implemented, the first measured results, and the open items. Introduce the four team members and the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of Review 1. The base paper reports BLEU on translation into English; we report round-trip error rates, real-time factor and story checks. We compare design choices and compute cost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routes live in app/api/routes.py (254 lines) and call the services; models load lazily on first use, which is why the first request is slow.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Generation and narration run in one request; evaluation is a separate route that repeats the same steps for five built-in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FLEURS is a public benchmark of the same sentences read in many languages. We use it only as test text for the speech chain; no training or tuning took place. The seven library stories are real outputs of the running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chunker and the normaliser are covered by unit tests (the limit, the one-long-sentence case and the Devanagari danda).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cascade was chosen because the pretrained parts exist and run on a CPU; training a joint model needs data and GPUs that were not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later numbers use exactly this configuration. The project's own .venv was unusable here, so system Python was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flowchart is the code of generate_story_text. The narration and evaluation flowchart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Module sizes counted from the files (app/ is 1,401 lines in total). The API layer validates, calls a service and shapes the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SQLAlchemy 2.0 declarative models; deleting a story removes its audio rows and the WAV file in the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Versions are those installed on the measuring machine; requirements.txt only gives lower bounds.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Honest status: the pipeline and the app work end to end; the story model is the weak link, and four objectives are not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Results are reported as measured, including the negative ones. Language match uses a language detector, which is unreliable on very short text; WER and CER mix speech-model error with Whisper-small's own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screens are captures of the running application with real generated stories. The dash in WER and CER is the real result of the Whisper 30-second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shipped evaluation also served as a test: it exposed the 30-second limit of the transcription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challenge is a measured finding; the evidence is in docs/REPORT_FACTS.md.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open items are the ones identified by the measurements, in priority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the review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StoryVox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 Story Generation and Speech System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methodology and progress: a local pipeline that writes a story with Qwen3-0.6B and narrates it with MMS-TTS in 15 languages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Lingala Sindhu  23K91A05D3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Padige Ajay  23K91A05H8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Mahek Ansari  23K91A05D8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Maheshwaram Hari Krishna  23K91A05D9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 Tejaswini,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&amp; Technology  ·  Batch C2 (CSE-C)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Recap and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7852" y="14173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616452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6452" y="20756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Methodology and dataset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7064" y="14173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55664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20756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Preprocessing and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66276" y="14173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294876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4876" y="20756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Inference configuration and decision logic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0175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3675887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flow, modules, UML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87852" y="30175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616452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6452" y="3675887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7064" y="30175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455664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5664" y="3675887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Implementation progress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66276" y="30175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294876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4876" y="3675887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Preliminary results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46177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52760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Output screens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87852" y="46177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616452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16452" y="52760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Testing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46177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455664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55664" y="52760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Challenges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66276" y="46177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294876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94876" y="52760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Multilingual stories need a writer and a narrator for every language. Generic speech sounds mechanical, low-resource languages have thin support, and tools do either text or speech, not both.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46304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33172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StoryVox takes an idea, a language, a style and a length, writes the story with Qwen3-0.6B, narrates it with a per-language MMS-TTS voice, stores both in a library and judges the result with Whisper-small.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46304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33172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SAM Translator (Tran and Sakti) is a speech-translation system with mixture-of-experts and self-paced learning. We share only the goal of multilingual speech judged by ASR; none of its techniques. Scores are not comparable.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storyvox_r2_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68451"/>
            <a:ext cx="7040880" cy="485261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18120" y="1325880"/>
            <a:ext cx="384048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</a:rPr>
              <a:t>Four tiers, all local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App: React 19 + Vite, 5 pages; port 5402 in development, or served by the API.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API: FastAPI on port 8402; 11 routes under /api plus an SPA fallback.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Services: story generator, TTS provider chain, ASR, evaluation.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Storage: SQLite (3 tables) and WAV files; models cached by Hugging 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write, narrate, store, judge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pic>
        <p:nvPicPr>
          <p:cNvPr id="26" name="Picture 25" descr="storyvox_r2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42733"/>
            <a:ext cx="6858000" cy="364685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635240" y="1280160"/>
            <a:ext cx="4005072" cy="1508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0" y="134416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Write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1664207"/>
            <a:ext cx="37490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</a:rPr>
              <a:t>Validate the request, build one instruction, generate with Qwen3-0.6B, split the output into a title and a body; fall back to the composer if the output is too short.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2907791"/>
            <a:ext cx="4005072" cy="1508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0" y="2971799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Narrate and store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291839"/>
            <a:ext cx="37490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</a:rPr>
              <a:t>Split the text into chunks of at most 380 characters, synthesise each with the language's MMS voice, join with pauses, save the WAV and the database rows.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4535424"/>
            <a:ext cx="4005072" cy="1508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0" y="459943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Judge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919472"/>
            <a:ext cx="37490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</a:rPr>
              <a:t>Transcribe the audio with Whisper-small, compute WER and CER, similarity, ROUGE-L, latency and real-time factor.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4360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High-level workflow as implemented in the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FLEURS, used only to evaluate narration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28016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languages in the evaluation set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28016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test sentences (10 per language)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28016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training examples: no model was trained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28016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CC BY 4.0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licence of the FLEURS test data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697480"/>
          <a:ext cx="11091672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5394960"/>
                <a:gridCol w="4599432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Round-trip evaluation of narration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Story-generation experiment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Source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Google FLEURS test split, read speech transcripts (Conneau et al.), downloaded from the Hugging Face dataset repo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One fixed idea: 'A young inventor discovers a hidden library.'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Size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First 10 sentences per language within a length window (6-30 words; 12-70 characters for zh and ja)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17 items: English with 3 styles plus 14 other languages with Adventure; Short length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Use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Synthesise with the app's own TTS chain, transcribe with Whisper-small, score WER and CER against the sentence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Compare three conditions: shipped prompt, chat template, offline composer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Library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Stories created through the API: 7 (3 English, one each Hindi, French, German, Spanish)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Used for the screenshots and the story-length intelligibility check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Read Wikipedia-style sentences, not narrative; 10 sentences per language is a small sample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A single idea and seed 0; proxies, no human rating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Preprocessing: from request to audio chunks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Validate request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22961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3078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Build prompt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11175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1292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Parse title and body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9389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506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Chunk at 380 chars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7603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7720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VITS per chunk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75817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95934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Normalise and join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560320"/>
            <a:ext cx="544068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48640" y="256032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49808" y="2651760"/>
            <a:ext cx="516636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2,000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3223260"/>
            <a:ext cx="516636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</a:rPr>
              <a:t>characters allowed in the idea; unknown language, style or length is rejected with HTTP 422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2560320"/>
            <a:ext cx="544068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217920" y="256032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19088" y="2651760"/>
            <a:ext cx="516636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0.25 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3223260"/>
            <a:ext cx="516636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</a:rPr>
              <a:t>pause between chunks; peak-normalised to 0.9; empty or silent audio is rejected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931920"/>
            <a:ext cx="11091672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The prompt names the language, style guidance, a paragraph target of 3, 5 or 8, and a rule that the first line starts with 'Title:'.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The output is split into title and body; an output under 20 words or any model failure switches to the offline composer.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Text is cut at sentence boundaries (including the Devanagari danda) into chunks of at most 380 characters; a single longer sentence is split by length.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For scoring, text is normalised: NFKC, lower-case, punctuation removed; spaces also removed for Chinese and Japanese, where WER is not reported.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architecture: pretrained models in a cascade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6" name="Picture 25" descr="storyvox_r2_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39" y="1267670"/>
            <a:ext cx="6949440" cy="450553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0" y="1325880"/>
            <a:ext cx="388620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350" b="1" i="0">
                <a:solidFill>
                  <a:srgbClr val="0F172A"/>
                </a:solidFill>
              </a:rPr>
              <a:t>Story model</a:t>
            </a:r>
            <a:r>
              <a:rPr sz="1350" b="0" i="0">
                <a:solidFill>
                  <a:srgbClr val="0F172A"/>
                </a:solidFill>
              </a:rPr>
              <a:t>: Qwen3-0.6B, a decoder-only language model, sampled with temperature 0.8 and top-p 0.9.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350" b="1" i="0">
                <a:solidFill>
                  <a:srgbClr val="0F172A"/>
                </a:solidFill>
              </a:rPr>
              <a:t>Narration model</a:t>
            </a:r>
            <a:r>
              <a:rPr sz="1350" b="0" i="0">
                <a:solidFill>
                  <a:srgbClr val="0F172A"/>
                </a:solidFill>
              </a:rPr>
              <a:t>: facebook/mms-tts-&lt;language&gt;, a VITS model (text encoder, duration predictor, flow, HiFi-GAN decoder) at 16 kHz.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350" b="1" i="0">
                <a:solidFill>
                  <a:srgbClr val="0F172A"/>
                </a:solidFill>
              </a:rPr>
              <a:t>Judges</a:t>
            </a:r>
            <a:r>
              <a:rPr sz="1350" b="0" i="0">
                <a:solidFill>
                  <a:srgbClr val="0F172A"/>
                </a:solidFill>
              </a:rPr>
              <a:t> (evaluation only): Whisper-small for WER and CER, a multilingual MiniLM for prompt-story similarity.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50" b="0" i="1">
                <a:solidFill>
                  <a:srgbClr val="475569"/>
                </a:solidFill>
              </a:rPr>
              <a:t>Nothing is trained or fine-tuned; the models are downloaded once from Hugging Face.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9788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The four models and the stages inside each.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configuration (nothing was trained)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25880"/>
          <a:ext cx="11091672" cy="48280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8988552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Story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Qwen/Qwen3-0.6B via the transformers text-generation pipeline; raw prompt, no chat template; temperature 0.8, top-p 0.9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Token budget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220 / 420 / 700 new tokens for Short / Medium / Long; paragraph target 3 / 5 / 8; fallback below 20 words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Narration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facebook/mms-tts-* VITS, 16 kHz, 380-character chunks, 0.25 s pause, peak 0.9; fallback: OS voice through pyttsx3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Recogniser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openai/whisper-small, language forced to the requested language; loaded in 6.6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Similarity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paraphrase-multilingual-MiniLM-L12-v2 cosine; TF-IDF cosine if the model is missing; ROUGE-L F1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Experiments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seed 0; FLEURS 10 sentences per language; story idea fixed; same code path as the application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Machine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Intel Core i5-12500 (12 threads), 15.7 GB RAM, CPU only; Python 3.11.9, torch 2.14.1, transformers 5.20.2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logic: fallbacks and story conditions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Picture 25" descr="storyvox_r2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39" y="1430984"/>
            <a:ext cx="5669280" cy="472755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92240" y="1325880"/>
            <a:ext cx="516636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Story path</a:t>
            </a:r>
            <a:r>
              <a:rPr sz="1500" b="0" i="0">
                <a:solidFill>
                  <a:srgbClr val="0F172A"/>
                </a:solidFill>
              </a:rPr>
              <a:t>: validate, build the prompt, call Qwen3-0.6B; if the output has under 20 words or any error occurs, the offline composer answers and its model id is recorded.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Voice path</a:t>
            </a:r>
            <a:r>
              <a:rPr sz="1500" b="0" i="0">
                <a:solidFill>
                  <a:srgbClr val="0F172A"/>
                </a:solidFill>
              </a:rPr>
              <a:t>: MMS-TTS first; on a load or inference error, or silent audio, the OS voice; if that fails too, HTTP 500.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Experiment conditions</a:t>
            </a:r>
            <a:r>
              <a:rPr sz="1500" b="0" i="0">
                <a:solidFill>
                  <a:srgbClr val="0F172A"/>
                </a:solidFill>
              </a:rPr>
              <a:t>: A = shipped path; B = same model through the Qwen3 chat template (not shipped); C = offline composer.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Reported as measured</a:t>
            </a:r>
            <a:r>
              <a:rPr sz="1500" b="0" i="0">
                <a:solidFill>
                  <a:srgbClr val="0F172A"/>
                </a:solidFill>
              </a:rPr>
              <a:t>: a mismatch between requested language and story language is counted, not hidden.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storyvox_r2_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63111"/>
            <a:ext cx="5852159" cy="360609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59893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DFD level 1: the processes and the data stores.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629400" y="1325880"/>
          <a:ext cx="5010911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14600"/>
                <a:gridCol w="640080"/>
                <a:gridCol w="1856231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services/story_generator.py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185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prompt, Qwen3, composer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services/tts_service.py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180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MMS and OS voice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services/asr_service.py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42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Whisper transcription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services/evaluation_service.py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174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metrics, JSON and CSV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api/routes.py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254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11 routes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models/__init__.py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60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3 tables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config.py, schemas.py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191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settings, validation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utils/ (3 files)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220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chunking, audio, WER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storyvox_r2_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17953"/>
            <a:ext cx="5029200" cy="47707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61722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1">
                <a:solidFill>
                  <a:srgbClr val="475569"/>
                </a:solidFill>
              </a:rPr>
              <a:t>UML class diagram.</a:t>
            </a:r>
          </a:p>
        </p:txBody>
      </p:sp>
      <p:pic>
        <p:nvPicPr>
          <p:cNvPr id="28" name="Picture 27" descr="storyvox_r2_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252464"/>
            <a:ext cx="5788152" cy="311863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52160" y="4434840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1">
                <a:solidFill>
                  <a:srgbClr val="475569"/>
                </a:solidFill>
              </a:rPr>
              <a:t>Entity-relationship diagram of the SQLite database.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4846320"/>
            <a:ext cx="5788152" cy="15544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89320" y="4919472"/>
            <a:ext cx="5532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150" b="1" i="0">
                <a:solidFill>
                  <a:srgbClr val="0F172A"/>
                </a:solidFill>
              </a:rPr>
              <a:t>stories</a:t>
            </a:r>
            <a:r>
              <a:rPr sz="1150" b="0" i="0">
                <a:solidFill>
                  <a:srgbClr val="0F172A"/>
                </a:solidFill>
              </a:rPr>
              <a:t> (prompt, title, text, language, style, length, words, time) has many </a:t>
            </a:r>
            <a:r>
              <a:rPr sz="1150" b="1" i="0">
                <a:solidFill>
                  <a:srgbClr val="0F172A"/>
                </a:solidFill>
              </a:rPr>
              <a:t>audio_outputs</a:t>
            </a:r>
            <a:r>
              <a:rPr sz="1150" b="0" i="0">
                <a:solidFill>
                  <a:srgbClr val="0F172A"/>
                </a:solidFill>
              </a:rPr>
              <a:t> (file path, duration, model, RTF).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150" b="1" i="0">
                <a:solidFill>
                  <a:srgbClr val="0F172A"/>
                </a:solidFill>
              </a:rPr>
              <a:t>evaluations</a:t>
            </a:r>
            <a:r>
              <a:rPr sz="1150" b="0" i="0">
                <a:solidFill>
                  <a:srgbClr val="0F172A"/>
                </a:solidFill>
              </a:rPr>
              <a:t> keeps one JSON metrics document per run. SQLite foreign keys are declared but not switched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2194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Python 3.11.9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606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FastAPI 0.143.3, uvicorn 0.54, pydantic 2.14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371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75304" y="1572768"/>
            <a:ext cx="457200" cy="45720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5304" y="2194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PyTorch 2.14.1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2606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transformers 5.20.2 runs Qwen3, MMS-TTS and Whisper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371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00799" y="1572768"/>
            <a:ext cx="457200" cy="45720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799" y="2194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Qwen3-0.6B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2606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story model, Hugging Face hub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371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226296" y="1572768"/>
            <a:ext cx="457200" cy="45720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6296" y="2194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MMS-TTS (VITS)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06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one checkpoint per language, 16 kHz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3657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49808" y="3858768"/>
            <a:ext cx="457200" cy="45720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4480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Whisper-small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4892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recogniser; jiwer 4.0 for WER and CER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74136" y="3657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3575304" y="3858768"/>
            <a:ext cx="457200" cy="45720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75304" y="4480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sentence-transformers 6.2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75304" y="4892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multilingual MiniLM similarity; rouge-score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99631" y="3657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6400799" y="3858768"/>
            <a:ext cx="457200" cy="45720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799" y="4480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SQLite + SQLAlchemy 2.0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799" y="4892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stories, audio_outputs, evaluations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25128" y="3657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9226296" y="3858768"/>
            <a:ext cx="457200" cy="45720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26296" y="4480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React 19 + Vite 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26296" y="4892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5 pages, Recharts, GSAP, Framer Motion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Everything runs on CPU on one machine; tests use pytest 8.2, screenshots use Playwright with Chrome.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25880"/>
          <a:ext cx="11091672" cy="46817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31920"/>
                <a:gridCol w="1920240"/>
                <a:gridCol w="5239512"/>
              </a:tblGrid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Story generation (prompt, Qwen3, composer)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Done, weak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target-language text in 3 of 17 cases with the shipped prompt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Narration (MMS, OS fallback)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12 languages by MMS, mean RTF 0.247; it, zh, ja use the OS voice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Evaluation service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Built, partly failing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WER and CER are null for story-length audio (Whisper rejects audio over 30 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FastAPI service and SQLite library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11 routes, 3 tables, delete removes audio and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React app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Landing, Studio, History, Story detail, Evaluation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Translation, voice and speed, rating, voice cloning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Not implemented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in the objectives but absent from the code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Automated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29 of 29 pass (8 original, 21 added); models are stubbed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188720"/>
          <a:ext cx="630936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4389120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Round trip on 10 FLEURS sentences per language (MMS voices); lower is better.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086600" y="1280160"/>
          <a:ext cx="457200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00200"/>
                <a:gridCol w="731520"/>
                <a:gridCol w="868680"/>
                <a:gridCol w="685800"/>
                <a:gridCol w="6858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Condition (17 items)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Latency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Language match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Instr. echo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Distinct-2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</a:rPr>
                        <a:t>A shipped prompt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</a:rPr>
                        <a:t>22.7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</a:rPr>
                        <a:t>18%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</a:rPr>
                        <a:t>0.097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</a:rPr>
                        <a:t>0.79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</a:rPr>
                        <a:t>B chat template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</a:rPr>
                        <a:t>21.5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</a:rPr>
                        <a:t>47%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</a:rPr>
                        <a:t>0.006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</a:rPr>
                        <a:t>0.96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</a:rPr>
                        <a:t>C offline composer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</a:rPr>
                        <a:t>&lt;0.01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</a:rPr>
                        <a:t>18%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</a:rPr>
                        <a:t>0.029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</a:rPr>
                        <a:t>0.91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7086600" y="324612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250" b="0" i="0">
                <a:solidFill>
                  <a:srgbClr val="0F172A"/>
                </a:solidFill>
              </a:rPr>
              <a:t>Speed: narration RTF 0.25; a Short story takes 37 s end to end, Medium 60 s, Long 80 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00600"/>
            <a:ext cx="1109167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0F172A"/>
                </a:solidFill>
              </a:rPr>
              <a:t>Narration is good where an MMS voice exists: mean CER 8.8%, from 2.1% (Spanish) to 17.9% (Hindi). English: WER 20.6%, CER 9.1%.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0F172A"/>
                </a:solidFill>
              </a:rPr>
              <a:t>Story generation is the weak link: the shipped prompt answers in the requested language in 3 of 17 cases; the chat template reaches 8. 4 of 4 stories made through the API were English.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0F172A"/>
                </a:solidFill>
              </a:rPr>
              <a:t>Story-length audio, English only: WER 25.2%, CER 20.7% (chunked Whisper); the app's own evaluation reports none because transcription fails above 30 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03_studio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1280160"/>
            <a:ext cx="3438144" cy="214884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548640" y="347472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Studio: English Adventure story with narration player</a:t>
            </a:r>
          </a:p>
        </p:txBody>
      </p:sp>
      <p:pic>
        <p:nvPicPr>
          <p:cNvPr id="28" name="Picture 27" descr="04_histo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5404" y="1280160"/>
            <a:ext cx="3438144" cy="214884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4288536" y="347472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History: seven stories with language, style, words, audio</a:t>
            </a:r>
          </a:p>
        </p:txBody>
      </p:sp>
      <p:pic>
        <p:nvPicPr>
          <p:cNvPr id="30" name="Picture 29" descr="10_story_detail_hind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0" y="1280160"/>
            <a:ext cx="3438144" cy="214884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8028431" y="347472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Hindi request: English text, 4.4 s of audio</a:t>
            </a:r>
          </a:p>
        </p:txBody>
      </p:sp>
      <p:pic>
        <p:nvPicPr>
          <p:cNvPr id="32" name="Picture 31" descr="06_evalu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5" y="3977639"/>
            <a:ext cx="3218688" cy="20116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548640" y="603504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Evaluation: WER and CER show a dash</a:t>
            </a:r>
          </a:p>
        </p:txBody>
      </p:sp>
      <p:pic>
        <p:nvPicPr>
          <p:cNvPr id="34" name="Picture 33" descr="07_evaluation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5132" y="3977639"/>
            <a:ext cx="3218688" cy="20116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4288536" y="603504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Per-sample real-time factor chart</a:t>
            </a:r>
          </a:p>
        </p:txBody>
      </p:sp>
      <p:pic>
        <p:nvPicPr>
          <p:cNvPr id="36" name="Picture 35" descr="08_evaluation_sampl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5027" y="3977639"/>
            <a:ext cx="3218688" cy="20116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8028431" y="603504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Per-sample table: five prompts, no WER or CER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28016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29 / 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pytest tests pass (8 original, 21 added)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28016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42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first generate request (models load inside it)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28016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30 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warm Short story with narration (English, Bedtime)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28016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1.9 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median for listing stories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743200"/>
          <a:ext cx="5852160" cy="29443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40480"/>
                <a:gridCol w="1005840"/>
                <a:gridCol w="100584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Endpoint (n calls)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Median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p95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GET /api/health (30)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15.0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24.6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GET /api/languages (30)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14.3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17.9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GET /api/stories (30)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1.9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19.7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GET /api/evaluations (30)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10.6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26.7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POST /api/stories/generate (422) (30)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10.8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16.0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GET /api/audio/{id} (WAV download) (10)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11.6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29.5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6675120" y="2743200"/>
            <a:ext cx="49834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What the tests cover</a:t>
            </a:r>
            <a:r>
              <a:rPr sz="1400" b="0" i="0">
                <a:solidFill>
                  <a:srgbClr val="0F172A"/>
                </a:solidFill>
              </a:rPr>
              <a:t>: chunking, audio and metric helpers, prompt builder, the composer in all 15 languages, validation errors, 404s, delete and streaming.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What they do not cover</a:t>
            </a:r>
            <a:r>
              <a:rPr sz="1400" b="0" i="0">
                <a:solidFill>
                  <a:srgbClr val="0F172A"/>
                </a:solidFill>
              </a:rPr>
              <a:t>: the real models; those are exercised by the experiment scripts.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Not done</a:t>
            </a:r>
            <a:r>
              <a:rPr sz="1400" b="0" i="0">
                <a:solidFill>
                  <a:srgbClr val="0F172A"/>
                </a:solidFill>
              </a:rPr>
              <a:t>: user study, load test, security audit, browsers other than Chrome. The app has no sign-in.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1">
                <a:solidFill>
                  <a:srgbClr val="475569"/>
                </a:solidFill>
              </a:rPr>
              <a:t>Timings are from one CPU machine with 127.0.0.1 as host.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1" cy="4992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4754880"/>
                <a:gridCol w="4050791"/>
              </a:tblGrid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What we found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F172A"/>
                          </a:solidFill>
                        </a:rPr>
                        <a:t>Story language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The 0.6B model with the raw prompt answers in English; 3 of 17 matches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Chat-template variant measured (B: 8); not yet shipped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F172A"/>
                          </a:solidFill>
                        </a:rPr>
                        <a:t>Missing checkpoints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facebook/mms-tts-ita, -cmn, -jpn do not exist on the Hub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OS fallback reported; zh and ja narrate 2 and 1 of 10 sentences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F172A"/>
                          </a:solidFill>
                        </a:rPr>
                        <a:t>Whisper 30 s limit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Story-length audio makes the app's evaluation fail; WER and CER stay null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Separate chunked scoring script; one-line fix proposed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F172A"/>
                          </a:solidFill>
                        </a:rPr>
                        <a:t>Hidden dependencies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ffmpeg and uroman (for Korean) are not in requirements.txt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Documented; installed for the experiments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F172A"/>
                          </a:solidFill>
                        </a:rPr>
                        <a:t>Environment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The project .venv pointed to a missing Python; D: had little space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Ran on system Python 3.11.9 and recorded versions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F172A"/>
                          </a:solidFill>
                        </a:rPr>
                        <a:t>Titles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Many stories are 'Untitled Story'; one title echoed the instruction 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Reported; parser change planned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3520440" cy="3566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Fix and re-measure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311810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Use the chat template for the story model, add chunking to the transcription call, parse titles more safely, and re-run the 15-language evaluation with the same scripts.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463040"/>
            <a:ext cx="3520440" cy="3566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Close the gaps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331720"/>
            <a:ext cx="311810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Add a translation step or a stronger multilingual story model, voice and speed controls, user ratings, and checkpoints or voices for Italian, Chinese and Japanese.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463040"/>
            <a:ext cx="3520440" cy="3566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Deliver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331720"/>
            <a:ext cx="311810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Finish the final report and the IEEE paper from the measured results, rehearse the demo, and keep every number tied to the metrics files.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ryVox">
  <a:themeElements>
    <a:clrScheme name="StoryVox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StoryVox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toryVox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Multilingual Story Generation and Speech System: Review 2</dc:title>
  <dc:subject>Batch C2 (CSE-C)</dc:subject>
  <dc:creator>Lingala Sindhu, Padige Ajay, Mahek Ansari, Maheshwaram Hari Krishna</dc:creator>
  <cp:lastModifiedBy/>
  <cp:revision>1</cp:revision>
  <dcterms:created xsi:type="dcterms:W3CDTF">2026-10-13T12:40:05Z</dcterms:created>
  <dcterms:modified xsi:type="dcterms:W3CDTF">2026-10-13T12:40:05Z</dcterms:modified>
  <cp:keywords>multilingual story generation, text-to-speech, MMS-TTS, Qwen3, Whisper, speech evaluation</cp:keywords>
  <dc:description/>
</cp:coreProperties>
</file>