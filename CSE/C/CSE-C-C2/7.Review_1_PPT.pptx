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Lingala Sindhu	23K91A05D3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Padige Ajay	23K91A05H8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Mahek Ansari	23K91A05D8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Maheshwaram Hari Krishna	23K91A05D9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Tejaswini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Multilingual Story Generation and Speech System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Storytelling is an important medium for education, entertainment, and communication.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However, creating stories in multiple languages and converting them into natural speech remains a challenging task.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focuses on developing a Multilingual Story Generation and Speech System that automatically generates meaningful and engaging stories from user-provided prompts.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 utilizes Artificial Intelligence (AI), Natural Language Processing (NLP).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Users can select their preferred language, and the system generates a story accordingly while maintaining contextual relevance and grammatical correctness.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"SAM Translator: Self-Paced Learning And Mixture-of-Experts for Cross-Lingual Text-to-Speech Translation"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10.1109/access.2025.3644647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advances cross-lingual text-to-speech and multilingual NLP. The gap is joining controllable story generation to multilingual narration in one pipeline aimed at education.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Storytelling supports education, language learning and entertainment across every age group.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Producing quality stories in several languages requires skilled writers and narrators.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Language models can generate coherent narrative text from a short user prompt.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Text-to-speech converts that narrative into natural spoken audio.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Multilingual synthesis remains hard for low-resource languages with limited training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Combining generation and synthesis produces an end-to-end story experience from a single prompt.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SAM Translator: Self-Paced Learning And Mixture-of-Experts for Cross-Lingual Text-to-Speech Translation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AI-Based Multilingual Story Generation and Speech Synthesis System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Data Science and IoT Management System,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EmoSSLSphere: Multilingual Emotional Speech Synthesis with Spherical Vectors and Discrete Speech Tokens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13th edition of the Speech Synthesis Workshop,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Multilingual Text-to-Speech System for Programming Languages Using RAG and Neural Speech Synthesis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Progressive Computational Intelligence, Information Technology, and Networking,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Vividtalker: Improving Zero-Shot Text-Driven Motion Generation in the Framework of Speech - Text -.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Accept a user prompt specifying theme, characters and target language.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Generate coherent narrative text using a language model, with controls for length and reading level.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Translate the generated story into the selected target languages while preserving meaning.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Convert the story text into natural speech using multilingual text-to-speech synthesis.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Provide playback with adjustable voice, speed and language selection.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narrative coherence, translation quality and speech naturalness through user rating.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Producing multilingual stories manually requires writers and narrators for every language.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Generic text-to-speech sounds mechanical and unsuited to narrative delivery.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Low-resource Indian languages have limited synthesis support and poor voice quality.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tools handle either text generation or speech synthesis, not both together.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single system that generates a story from a prompt and narrates it naturally in the user's chosen language.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