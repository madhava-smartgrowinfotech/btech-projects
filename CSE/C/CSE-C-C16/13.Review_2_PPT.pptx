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built, what is implemented, the first measured results on PlantDoc field photographs, and the open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1. The base paper is about training data for in-field classification; our contribution is the application and an honest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FastAPI layer imports the same detection and knowledge modules as the Flask app and shares its database file, so both front ends see the same accounts and scans.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 row is the runtime path of every scan (diagram 2 of the report); the boxes below explain how the engines relate and how they were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PlantDoc is small and hard, which is the point: the literature numbers near 99 percent are for laboratory images. The original authors report 44.5 to 70.5 percent on cropped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leaf cropping or segmentation is done; photos are used as scraped. This is a limit: PlantDoc's authors show cropping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shipped engine has no training. The compact CNN is the repository's own training recipe; MobileNetV2 is our reference to show what the data allows with transfer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 is cheap on this data (a few thousand photos). Other jobs shared the CPU, so times are indicative.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flowchart is the real predict() path. When a trained Keras or ONNX model is present, the left branch replaces the scoring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authenticate, manage profile, diagnose, browse the guide, history and exports, dashboard. The knowledge base is code, not a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tables created by init_db(). The class diagram shows modules and the two entities because the code has no ORM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 and starts with run.bat; no GPU or cloud service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 are the missing trained model in the application, fertiliser, yield and weather advice, and translated advice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figures are on the 236 PlantDoc test photos, mean of 3 seeds except the heuristic (5 hash seeds) and the random forest. Foliagen's 98 percent and PD36-C's 99.53 percent are on other data and cannot be compared. PlantDoc's authors report 44.5 to 70.5 percent for cropped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application with PlantDoc test photos. The successes and the failures are shown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39 smoke checks and 51 edge checks (46 pass, 5 reproduce defects). The UI checks were run in the earlier frontend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changed either the experiment design or how results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None of these items is claimed as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the shipped engine is weak; why PlantDoc; why not 99 percent; what is installed in the app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Powered Crop Disease Detection and Recommendation System for Sustainable Development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leaf-photograph diagnosis web application with knowledge-based treatment advice, and a measured study of what it recognises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Pishke Vishal  23K91A05J2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Kyatham Nithisha  23K91A05D1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Mekala Tharun Kuruma  23K91A05F1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Nakka Sreenith  23K91A05H0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 Krishna Teja,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C16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Farmers cannot identify crop disease early, expert help is not at hand, existing tools classify without advising, and advice in English alone is unusable for many.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Photo + crop in; disease, severity, chemical, organic and cultural treatment out, from a 38-class knowledge base, through a web application in English, Hindi and Marathi.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Pakka et al. (2026) generate foliage images to train field classifiers. We do not implement their generator; we take the motivation (field images are scarce) and build the farmer-facing diagnosis and advice around a classifier.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188720"/>
            <a:ext cx="6457950" cy="5166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0" y="1371600"/>
            <a:ext cx="43434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Three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Presentation: React 18 app, 12 page components, port 5416.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Application: FastAPI, 16 routes under /api, HMAC bearer token, port 8416.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Domain: the original Flask product (diagnosis, knowledge base, init_db), imported unchanged.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Storage: SQLite (users, results) and an uploads folder.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No trained network is installed: the engine is a colour/texture heuristic.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Photo + crop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Validate upload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Resize + features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Candidate classes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Score, top-3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Knowledge card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Save + show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8346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Two engines, one contract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61188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The heuristic ships; a Keras model from train.py is loaded instead if models/ holds one. Both return a top-3 list that the knowledge base turns into advice.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8346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Measured offline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61188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scripts/run_experiments.py scores the heuristic, the compact CNN, MobileNetV2 and classical baselines on the same 236 test photos.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8346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61188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Seeds 42, 43, 44; JSON output feeds every figure and number in the documents.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PlantDoc field photographs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2,342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training photos, 28 folders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test photos, 27 folders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crops (14 in the 38-class label set)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 to 180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photos per training 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743200"/>
            <a:ext cx="66751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Source: PlantDoc (Singh et al., 2020), CC-BY-4.0, web-scraped photographs with real backgrounds, lighting and blur [4].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Released split kept intact: 2,342 train and 236 test. The spider-mite folder has 2 training photos and no test photo, so test scores cover 27 classes.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All 28 folders map one-to-one to the product's 38 classes (PLANTDOC_MAP); 10 knowledge-base classes have no photos here.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The test split has 90 healthy and 146 diseased photos; always answering the largest class (corn leaf blight) scores 5.1 %.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Scored on the 2,342 training photos too, the heuristic gets 8.7%, so its weakness is not a small-test-set accident.</a:t>
            </a:r>
          </a:p>
        </p:txBody>
      </p:sp>
      <p:pic>
        <p:nvPicPr>
          <p:cNvPr id="43" name="Picture 42" descr="f09_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2366" y="2606040"/>
            <a:ext cx="422221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5440680" cy="48920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In the application (inference.py)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5038344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475569"/>
                </a:solidFill>
              </a:rPr>
              <a:t>Accept JPG, PNG, JPEG, WEBP up to 10 MB; reject empty or unreadable files.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475569"/>
                </a:solidFill>
              </a:rPr>
              <a:t>Convert to RGB, resize to 256 x 256, scale to [0, 1].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475569"/>
                </a:solidFill>
              </a:rPr>
              <a:t>Compute six numbers: green share (g &gt; r + 0.03 and g &gt; b + 0.01), brown, yellow, dark (mean &lt; 0.25), white (min &gt; 0.72) and the global standard deviation.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475569"/>
                </a:solidFill>
              </a:rPr>
              <a:t>Candidate classes come from the crop the farmer chose; 'general' keeps all 38.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1325880"/>
            <a:ext cx="5440680" cy="48920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For training (train.py and our experiments)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94560"/>
            <a:ext cx="5038344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475569"/>
                </a:solidFill>
              </a:rPr>
              <a:t>Resize every photo to 224 x 224 (bilinear, no cropping), keep as uint8.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475569"/>
                </a:solidFill>
              </a:rPr>
              <a:t>In-model augmentation, active only in training: horizontal flip, rotation 0.08, zoom 0.1, contrast 0.1.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475569"/>
                </a:solidFill>
              </a:rPr>
              <a:t>Rescale to [0, 1] inside the network; MobileNetV2 uses its own [-1, 1] scaling.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475569"/>
                </a:solidFill>
              </a:rPr>
              <a:t>10 % stratified validation split carved from the training folder for early stopping; the test folder is never touched.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three engines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6035040"/>
                <a:gridCol w="2587752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Heuristic (shipped)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Hand-written score per class from six colour/texture numbers; confidence squeezed into 0.62 to 0.99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 learned parameters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Compact CNN (train.py)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5 separable-conv blocks (32, 64, 128, 256, 256 filters) with batch norm, max-pool and dropout 0.15, global average pooling, dropout 0.3, dense 256, softmax over 28 classes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189,655 parameters, 2.4 MB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MobileNetV2 reference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ImageNet weights, new softmax head; head trained first, then the top 30 layers fine-tuned at 1e-4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2,293,852 parameters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475569"/>
                </a:solidFill>
              </a:rPr>
              <a:t>The docstring of train.py calls the compact CNN 'about 1.1M parameters' and 'PD36-C-style'; it has 189,655 parameters and is not the PD36-C of [2], which has 1,250,694. Neither CNN is part of the shipped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572000"/>
                <a:gridCol w="432511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Compact CNN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MobileNetV2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Optimiser, rate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Adam 1e-3, halved on validation-loss plateau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Adam 1e-3 (head), 1e-4 (fine-tune)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Batch, input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32, 224 x 224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32, 224 x 224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Epochs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up to 60, early stop on validation accuracy (patience 8)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head up to 20 (patience 4), fine-tune up to 12 (patience 3)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10 % stratified split of the training folder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same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42, 43, 44 (mean ± std reported)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42, 43, 44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Time on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478 s per run (mean 28 epochs)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723 s per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Intel Core i5-12500, 15.7 GB RAM, no GPU; TensorFlow 2.21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same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475569"/>
                </a:solidFill>
              </a:rPr>
              <a:t>Also run once: the shipped protocol (test folder as validation) and a no-LR-decay variant; both stay at 12.7 to 13.6 %.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7612"/>
            <a:ext cx="5120640" cy="46085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0" y="1371600"/>
            <a:ext cx="571500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Score.</a:t>
            </a:r>
            <a:r>
              <a:rPr sz="1400" b="0" i="0">
                <a:solidFill>
                  <a:srgbClr val="0F172A"/>
                </a:solidFill>
              </a:rPr>
              <a:t> Healthy classes reward green share and penalise brown, yellow and dark pixels; diseased classes reward brown, yellow, dark, white pixels and little green, plus small bonuses by disease name (rust, mildew, blight...).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Confidence.</a:t>
            </a:r>
            <a:r>
              <a:rPr sz="1400" b="0" i="0">
                <a:solidFill>
                  <a:srgbClr val="0F172A"/>
                </a:solidFill>
              </a:rPr>
              <a:t> The top score is mapped to 0.62 to 0.99; the second and third scores come from the image hash. The three values add up to more than 100 % on most photos.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Advice.</a:t>
            </a:r>
            <a:r>
              <a:rPr sz="1400" b="0" i="0">
                <a:solidFill>
                  <a:srgbClr val="0F172A"/>
                </a:solidFill>
              </a:rPr>
              <a:t> The top-1 class selects a knowledge card: severity, 3 treatments, prevention, 'urgent' for high severity.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Failure.</a:t>
            </a:r>
            <a:r>
              <a:rPr sz="1400" b="0" i="0">
                <a:solidFill>
                  <a:srgbClr val="0F172A"/>
                </a:solidFill>
              </a:rPr>
              <a:t> A crop with fewer than 3 candidate classes raises an error (defect D1).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39" y="1211580"/>
            <a:ext cx="6400800" cy="512064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223760" y="1371600"/>
          <a:ext cx="4416552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58775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inference.py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predict(): heuristic or Keras / ONNX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disease_db.py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38 classes, treatment cards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app.py, config.py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init_db(), limits, Flask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backend/main.py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FastAPI routes, token, exports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train.py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offline CNN training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frontend/src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12 pages, API client, i18n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scripts/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tests, experiments, captures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8332"/>
            <a:ext cx="5394960" cy="3452774"/>
          </a:xfrm>
          <a:prstGeom prst="rect">
            <a:avLst/>
          </a:prstGeom>
        </p:spPr>
      </p:pic>
      <p:pic>
        <p:nvPicPr>
          <p:cNvPr id="27" name="Picture 26" descr="06_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234439"/>
            <a:ext cx="5486400" cy="4937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85216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Two SQLite tables, users 1 : N results; images are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7365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8622792"/>
              </a:tblGrid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Diagnosis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Python 3.11, NumPy, Pillow; TensorFlow 2.21 / Keras 3 for the offline CNNs; scikit-learn and OpenCV for the 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FastAPI, uvicorn, python-multipart; HMAC-signed bearer token; werkzeug password hashes; reportlab for PDF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Original product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Flask 3.1 templates (still runnable on port 5000), SQLite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18, TypeScript 5.9, Vite 8, Tailwind 4, TanStack Query, Recharts, GSAP; EN / HI / MR strings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 and capture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Python check scripts (smoke, edge), Playwright with Chrome for screenshots and UI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Windows 11, Intel Core i5-12500, 15.7 GB RAM, no GPU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97680"/>
                <a:gridCol w="1737360"/>
                <a:gridCol w="505663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React interface (12 pages, light and dark)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18 screenshots, build passes, 55 UI checks earlier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FastAPI service (16 routes)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39/39 smoke checks 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Knowledge base, 38 classes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26 curated cards, 3 treatments each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Heuristic diagnosis engine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weak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9.1 % top-1; fails for 10 of 19 crop keys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CNN training script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defects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label shift and test-set selection (D5, D6)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Trained network inside the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MobileNetV2 50.3 % is offline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Hindi / Marathi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Partial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interface strings only; advice text in English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Fertiliser, yield, weather advice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proposed in the abstract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PlantDoc test split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9.1%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shipped heuristic, top-1 (crop chosen)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12.0%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compact CNN of train.py (3 seeds)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21.6%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random forest on colour/texture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50.3%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MobileNetV2 transfer (3 seeds)</a:t>
            </a:r>
          </a:p>
        </p:txBody>
      </p:sp>
      <p:pic>
        <p:nvPicPr>
          <p:cNvPr id="42" name="Picture 41" descr="f01_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92227"/>
            <a:ext cx="7223759" cy="342238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955279" y="2697480"/>
            <a:ext cx="3685032" cy="3611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15644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2852928"/>
            <a:ext cx="2679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3566160"/>
            <a:ext cx="328269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Chance is 2.6 % on 38 classes. MobileNetV2: macro-F1 0.49, top-3 79.8%, healthy-vs-diseased 88.8%. The shipped heuristic does not beat chance on healthy-vs-diseased (35.1% against 61.9 % for always saying diseased). Test set: 236 photos.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8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0150"/>
            <a:ext cx="6400800" cy="40005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15_result_corr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496" y="1188720"/>
            <a:ext cx="4023360" cy="25146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16_error_blueber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3840480"/>
            <a:ext cx="4023360" cy="25146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48640" y="534924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Left: a tomato late-blight leaf scored 'healthy 97.2 %' by the heuristic engine (failure). Right: a correct potato early-blight diagnosis with severity and treatments, and the error shown for crop = Blueberry on a valid photo (defect D1).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39/39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API smoke checks 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46 + 5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edge checks: passes + defects found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23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detect round trip, 127.0.0.1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UI checks (earlier session)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88920"/>
          <a:ext cx="11091672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680960"/>
                <a:gridCol w="341071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Where it shows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10 of the engine's 19 crop keys (9 of the 18 offered in the web form) make the heuristic fail: 32.2 % of test photos get no 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D1, screenshot 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Three displayed scores add up to more than 100 % on 82 % of answerable photos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D2, Chapter 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 token signed with the public default secret is accepted; login has no rate limit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D3, D4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Passwords hashed, forged tokens, bad uploads, path tricks and foreign origins all refused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46 edge checks 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663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37760"/>
                <a:gridCol w="6153912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we found / did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 trained model ships; the app answers with a heuristic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Measured it (9.1 %), trained the repository's CNN (12.0 %) and a MobileNetV2 reference (50.3 %)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train.py validates on the test folder and shifts two grape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Our runs use a held-out validation split; defect D5 recorded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PlantDoc is small, noisy and imbalanced (2 to 180 per class)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Stratified splits, 3 seeds, per-class scores; no cropping yet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Displayed confidence is not 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Documented with a chart; calibration 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Advice is generic and not agronomist-reviewed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Stated as a limit; expert review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0604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Install a real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0370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Export the MobileNetV2 weights and labels.json to agrivision/models/ so the application stops using the heuristic.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463040"/>
            <a:ext cx="260604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Fix the defects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331720"/>
            <a:ext cx="220370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Crop options with few classes, score sums, secret and rate limit, train.py labels and docstring.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463040"/>
            <a:ext cx="260604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Improve 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331720"/>
            <a:ext cx="220370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Crop and segment leaves, try EfficientNet-style backbones, add data, report per-crop scores.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463040"/>
            <a:ext cx="260604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6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Complete the 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331720"/>
            <a:ext cx="220370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Translate advice text, add fertiliser, weather and yield advice, and ask an agronomist to review.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iVision">
  <a:themeElements>
    <a:clrScheme name="AgriVision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Agri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griVisio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Crop Disease Detection and Recommendation System for Sustainable Development: Review 2</dc:title>
  <dc:subject>Batch C16 (CSE-C)</dc:subject>
  <dc:creator>Pishke Vishal, Kyatham Nithisha, Mekala Tharun Kuruma, Nakka Sreenith</dc:creator>
  <cp:lastModifiedBy/>
  <cp:revision>1</cp:revision>
  <dcterms:created xsi:type="dcterms:W3CDTF">2026-10-13T12:40:05Z</dcterms:created>
  <dcterms:modified xsi:type="dcterms:W3CDTF">2026-10-13T12:40:05Z</dcterms:modified>
  <cp:keywords>Crop Disease Detection; Agricultural AI; Computer Vision; Leaf Disease Classification; Fertilizer Recommendation; Yield Prediction; Sustainable Agriculture; Multilingual Farming Support</cp:keywords>
  <dc:description/>
</cp:coreProperties>
</file>