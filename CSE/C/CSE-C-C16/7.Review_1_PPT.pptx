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Pishke Vishal	23K91A05J2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Kyatham Nithisha	23K91A05D1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Mekala Tharun Kuruma	23K91A05F1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Nakka Sreenith	23K91A05H0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 Krishna Teja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400" b="1" dirty="0">
                <a:solidFill>
                  <a:srgbClr val="C0504D"/>
                </a:solidFill>
                <a:latin typeface="Times New Roman" pitchFamily="18" charset="0"/>
              </a:rPr>
              <a:t>AI Powered Crop Disease Detection and Recommendation System for Sustainable Development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Agriculture is the backbone of the economy and plays a vital role in ensuring food security and supporting the livelihoods of farmers.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However, farmers face several challenges that negatively affect crop productivity and profitability.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Early identification of crop diseases is difficult for many farmers, resulting in delayed treatment and significant yield losses.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In addition, farmers often lack timely guidance regarding suitable fertilizers, pesticides, crop management practices, and weather conditions.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Limited access to agricultural experts and unpredictable environmental conditions further complicate farming decisions.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"Foliagen: Framework for Crop Foliage Image Generation from Individual Leaf Images"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10.1109/access.2026.3727421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addresses leaf image generation and classification. The gap is joining reliable disease classification to actionable, multilingual treatment and fertiliser recommendation.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Crop disease is a leading cause of yield loss and directly affects farmer income.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Diagnosis usually requires an agricultural expert, who is rarely available in time.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Visual symptoms appear on leaves before the disease spreads through the field.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Convolutional Neural Networks classify leaf disease accurately from ordinary phone photographs.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Identifying the disease is only useful if it is followed by a treatment recommendation.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Delivering advice in the farmer's own language makes the system genuinely usable.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Foliagen: Framework for Crop Foliage Image Generation from Individual Leaf Images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Leaf Based Crop Disease Detection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of Research Publication and Reviews,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Explainable CNN framework for accurate crop disease detection using plant leaf images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Scientific Reports,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AI-Driven Plant Disease Detection: Leveraging Deep Learning for Accurate Plant Disease Detection from.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of Science and Research (IJSR), 2024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Plant Leaf Disease Detection: Review Report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of Science and Research (IJSR),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Assemble a labelled dataset of healthy and diseased crop leaf images across target crops.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Preprocess and augment the images to handle variation in lighting, angle and background.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Train a CNN model to classify leaf images into specific disease categories.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Map each identified disease to a treatment and fertiliser recommendation.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Deliver diagnosis and advice through a web interface with multilingual support.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classification accuracy per disease class and validate recommendations against agronomic guidance.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Farmers cannot identify crop disease early enough to prevent yield loss.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Agricultural expertise is not available at the time and place the decision is needed.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Existing tools classify disease but provide no treatment guidance.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Advice presented only in English is unusable for many farmers.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system that identifies crop disease from a leaf photograph and returns treatment advice in the farmer's own language.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