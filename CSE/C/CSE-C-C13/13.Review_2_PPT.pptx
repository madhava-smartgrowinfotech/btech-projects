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Encrypted (median ms)</c:v>
                </c:pt>
              </c:strCache>
            </c:strRef>
          </c:tx>
          <c:spPr>
            <a:solidFill>
              <a:srgbClr val="1B2A41"/>
            </a:solidFill>
          </c:spPr>
          <c:cat>
            <c:strRef>
              <c:f>Sheet1!$A$2:$A$7</c:f>
              <c:strCache>
                <c:ptCount val="6"/>
                <c:pt idx="0">
                  <c:v>1 KiB up</c:v>
                </c:pt>
                <c:pt idx="1">
                  <c:v>1 MiB up</c:v>
                </c:pt>
                <c:pt idx="2">
                  <c:v>10 MiB up</c:v>
                </c:pt>
                <c:pt idx="3">
                  <c:v>1 KiB down</c:v>
                </c:pt>
                <c:pt idx="4">
                  <c:v>1 MiB down</c:v>
                </c:pt>
                <c:pt idx="5">
                  <c:v>10 MiB down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30.4</c:v>
                </c:pt>
                <c:pt idx="1">
                  <c:v>63.0</c:v>
                </c:pt>
                <c:pt idx="2">
                  <c:v>208.8</c:v>
                </c:pt>
                <c:pt idx="3">
                  <c:v>30.4</c:v>
                </c:pt>
                <c:pt idx="4">
                  <c:v>61.0</c:v>
                </c:pt>
                <c:pt idx="5">
                  <c:v>184.4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Plain (median ms)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Sheet1!$A$2:$A$7</c:f>
              <c:strCache>
                <c:ptCount val="6"/>
                <c:pt idx="0">
                  <c:v>1 KiB up</c:v>
                </c:pt>
                <c:pt idx="1">
                  <c:v>1 MiB up</c:v>
                </c:pt>
                <c:pt idx="2">
                  <c:v>10 MiB up</c:v>
                </c:pt>
                <c:pt idx="3">
                  <c:v>1 KiB down</c:v>
                </c:pt>
                <c:pt idx="4">
                  <c:v>1 MiB down</c:v>
                </c:pt>
                <c:pt idx="5">
                  <c:v>10 MiB down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28.9</c:v>
                </c:pt>
                <c:pt idx="1">
                  <c:v>52.9</c:v>
                </c:pt>
                <c:pt idx="2">
                  <c:v>194.4</c:v>
                </c:pt>
                <c:pt idx="3">
                  <c:v>28.6</c:v>
                </c:pt>
                <c:pt idx="4">
                  <c:v>51.0</c:v>
                </c:pt>
                <c:pt idx="5">
                  <c:v>157.3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0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CipherVault is designed and built, what is implemented, the first measured results and the open items. Introduce the four team members and the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1. The base paper's timings are calculated from OpenSSL primitive costs on a server and a Raspberry Pi, not measured end to end, so we report our own measurements and compare design choices only. The closest architecture is Sowmiya et al. (IJEDR,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Routes live in backend/app/api; permission_service and audit_service hold the RBAC rules and the hash chain. The server never decrypts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Revoking access deletes the recipient's wrapped key on the server; it cannot recall a key or ciphertext that was already downloaded.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security software, so there is no training data. The demo accounts and files are fictional, and the numbers come from workloads we generated: random bytes of fixed sizes and scripted attacks on the audit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steps in frontend/src/lib/vaultCrypto.js and vault.js. Nothing leaves the browser before step six except the encrypted bytes and the wrapped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Hybrid encryption was chosen because RSA is too slow and too small for files, while AES-GCM gives confidentiality and integrity in one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same configuration applies to every measurement. The project's iteration count (120,000) is lower than the 310,000 reported by the IJEDR paper; this is listed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rules are in permission_service.py (four small functions). The chain code is audit_service.py. A full rewrite that recomputes every later hash is also not detected, and concurrent writers can fork the chain; both are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Counted from the files: the backend is 1,184 lines in 20 files, the frontend source 6,831 lines in 39 files. Each route validates, checks the role, performs the change and writes an audit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SQLAlchemy 2.0 declarative models. Deleting a file removes its permissions by cascade and its ciphertext object in the route; the audit entry stays.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requirements.txt gives minimum versions; the frontend versions are those in package.json.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six objectives of Review 1 have an implementation; the gaps are in the audit log and in features beyond the original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are reported as measured, including the negative ones. The host was shared with other jobs, so run-to-run spread reached about three times at 10 MiB; treat the numbers as indicative. The base paper's costs are calculated on other hardware and are not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screens are captures of the running application with the fictional demo data. More screens follow in the final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study that found the audit-log weaknesses is a script that edits the database directly and then calls the verifier; it is in scripts/measure_metrics.py.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is a measured finding, not a guess; the evidence is in docs/REPORT_FACTS.md and the metrics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open items are the ones identified by the measurements, in priority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review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CipherVault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File Storage System with Encryption and Role-Based Access Control (RBAC)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files are encrypted in the browser with AES-256-GCM, keys are wrapped with RSA-OAEP, and access is enforced by Owner, Editor and Viewer roles with a hash-chained audit log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Pramod Reddy Yalala  23K91A05J9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Pendela Vyshnavi  23K91A05J1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Luke Abraham Sam  23K91A05D4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Mudavath Suresh  23K91A05G2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 V V Deepthi,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C13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7852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616452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6452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7064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55664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Client-side processing and crypto design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66276" y="14173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94876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4876" y="20756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Configuration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modules,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7852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16452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6452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7064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55664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66276" y="30175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294876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4876" y="3675887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Preliminary results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87852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616452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16452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Testing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455664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55664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66276" y="4617720"/>
            <a:ext cx="2574036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294876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94876" y="5276088"/>
            <a:ext cx="21168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20440" cy="4572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3118104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475569"/>
                </a:solidFill>
              </a:rPr>
              <a:t>Files kept on a server are readable by the provider, its administrators and anyone holding a database backup. Without roles any signed-in user may reach another user's files, tampering goes unnoticed, and an incident cannot be reconstructed.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463040"/>
            <a:ext cx="3520440" cy="4572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331720"/>
            <a:ext cx="3118104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475569"/>
                </a:solidFill>
              </a:rPr>
              <a:t>CipherVault encrypts every file in the browser with AES-256-GCM, wraps the file key for each recipient with RSA-2048-OAEP, enforces Owner, Editor and Viewer roles on the server, checks SHA-256 on every download and records each action in a hash-chained audit log.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463040"/>
            <a:ext cx="3520440" cy="4572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31720"/>
            <a:ext cx="3118104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475569"/>
                </a:solidFill>
              </a:rPr>
              <a:t>Nekouie et al. secure health-record access with attribute-based encryption, a blockchain ledger and an LLM attribute extractor. We adopt only the motivation (fine-grained access control, a tamper-evident record of access) and the idea of costing each primitive. Techniques and hardware differ, so numbers are not compared.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ciphervault_r2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8451"/>
            <a:ext cx="7040880" cy="48526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18120" y="1325880"/>
            <a:ext cx="38404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</a:rPr>
              <a:t>The browser is the crypto endpoint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50" b="0" i="0">
                <a:solidFill>
                  <a:srgbClr val="0F172A"/>
                </a:solidFill>
              </a:rPr>
              <a:t>App: React 19 + Vite; Web Crypto API; port 5413 in development, or served by the API.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50" b="0" i="0">
                <a:solidFill>
                  <a:srgbClr val="0F172A"/>
                </a:solidFill>
              </a:rPr>
              <a:t>API: FastAPI on port 8413; 24 endpoints in five routers (auth, users, files, sharing, audit).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50" b="0" i="0">
                <a:solidFill>
                  <a:srgbClr val="0F172A"/>
                </a:solidFill>
              </a:rPr>
              <a:t>Server holds ciphertext, IVs, wrapped keys, hashes, public keys and the audit log, never plaintext or private keys.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50" b="0" i="0">
                <a:solidFill>
                  <a:srgbClr val="0F172A"/>
                </a:solidFill>
              </a:rPr>
              <a:t>Storage: SQLite by default (PostgreSQL through Docker), ciphertext as files under random names.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encrypt, store, share, verify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pic>
        <p:nvPicPr>
          <p:cNvPr id="26" name="Picture 25" descr="ciphervault_r2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5216"/>
            <a:ext cx="7223760" cy="3941887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818120" y="1280160"/>
            <a:ext cx="3822191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936992" y="134416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Register and unlock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1664207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The browser makes an RSA-2048 key pair; the private key is encrypted with a key derived from the password (PBKDF2) before it is stored. Unlocking decrypts it in memory only.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2907791"/>
            <a:ext cx="3822191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936992" y="2971799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Encrypt, upload, 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3291839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 fresh AES key encrypts the file; the key is wrapped with the owner's public key. Sharing re-wraps the key for the recipient, so the server never sees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4535424"/>
            <a:ext cx="3822191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936992" y="459943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Download and 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4919472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RBAC is checked, the wrapped key is unwrapped, AES-GCM decrypts, SHA-256 is compared. Every step writes a hash-chained audit entry.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43600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High-level workflow as implemented in the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demo vault and measurement workloads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ML datasets: nothing is trained or classified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28016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fictional demo files, 3 demo accounts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28016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RBAC cells tested: 4 principals x 9 operations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28016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audit entries used in the tamper study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697480"/>
          <a:ext cx="11091672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5669280"/>
                <a:gridCol w="3410712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Workload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Size and repetitions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Demo vault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Fictional files created by the in-app demo login for owner, editor and viewer accounts (example.com addresses); used for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5 files, 706 B of plaintext in total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Crypto size sweep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Random bytes encrypted, decrypted and hashed with Web Crypto in Chrome 155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1 KiB, 64 KiB, 1 MiB, 10 MiB, 25 MiB; 50, 50, 20, 8, 4 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Encrypted vs plain transfer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The same endpoint used with and without browser encryption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1 KiB, 1 MiB, 10 MiB; 30, 20, 15 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Access control and tamper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Exhaustive RBAC matrix; 2,000 ciphertext bit flips; nine audit-log tamper classes of about 200 trials each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one file, four principals; one audit chain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Synthetic data only, no user study; the host CPU was shared with other jobs, so timings are indicative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single machine, loopback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processing before upload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FFFFFF"/>
                </a:solidFill>
              </a:rPr>
              <a:t>Read file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22961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3078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FFFFFF"/>
                </a:solidFill>
              </a:rPr>
              <a:t>SHA-256 of plaintext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1175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1292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FFFFFF"/>
                </a:solidFill>
              </a:rPr>
              <a:t>Random 256-bit key + 12-byte IV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9389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506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FFFFFF"/>
                </a:solidFill>
              </a:rPr>
              <a:t>AES-256-GCM encrypt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7603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7720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FFFFFF"/>
                </a:solidFill>
              </a:rPr>
              <a:t>Wrap key (RSA-OAEP)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75817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5934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50" b="1">
                <a:solidFill>
                  <a:srgbClr val="FFFFFF"/>
                </a:solidFill>
              </a:rPr>
              <a:t>Upload multipart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560320"/>
            <a:ext cx="544068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48640" y="256032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49808" y="2651760"/>
            <a:ext cx="516636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16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223260"/>
            <a:ext cx="516636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authentication tag added by AES-GCM: ciphertext is 16 bytes longer than the file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560320"/>
            <a:ext cx="544068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217920" y="256032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19088" y="2651760"/>
            <a:ext cx="516636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256 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3223260"/>
            <a:ext cx="516636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wrapped file key: one RSA-2048-OAEP block, per recipient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931920"/>
            <a:ext cx="1109167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Registration: the browser generates the RSA-2048 key pair (median 102 ms) and encrypts the private key with PBKDF2 (120,000 iterations, median 32.8 ms).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server validates what it can without seeing plaintext: IV decodes to 12 bytes, SHA-256 is 64 hex characters, wrapped key is base64 (256 bytes when sharing), file name at most 512 characters.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Uploads above 25 MB are refused with HTTP 413 (measured); the whole file is encrypted in memory, so there is no chunking yet.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ciphertext is stored under a random 32-hex name; the original file name stays in the database as clear metadata.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design (no ML model)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Picture 25" descr="ciphervault_r2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35" y="1234439"/>
            <a:ext cx="6493448" cy="4572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1325880"/>
            <a:ext cx="388620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300" b="1" i="0">
                <a:solidFill>
                  <a:srgbClr val="0F172A"/>
                </a:solidFill>
              </a:rPr>
              <a:t>File key</a:t>
            </a:r>
            <a:r>
              <a:rPr sz="1300" b="0" i="0">
                <a:solidFill>
                  <a:srgbClr val="0F172A"/>
                </a:solidFill>
              </a:rPr>
              <a:t>: a random AES-256-GCM key per file; a new random 12-byte IV for each encryption.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00" b="1" i="0">
                <a:solidFill>
                  <a:srgbClr val="0F172A"/>
                </a:solidFill>
              </a:rPr>
              <a:t>Key wrapping</a:t>
            </a:r>
            <a:r>
              <a:rPr sz="1300" b="0" i="0">
                <a:solidFill>
                  <a:srgbClr val="0F172A"/>
                </a:solidFill>
              </a:rPr>
              <a:t>: RSA-2048-OAEP with SHA-256, one wrapped copy per recipient, stored in file_permissions.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00" b="1" i="0">
                <a:solidFill>
                  <a:srgbClr val="0F172A"/>
                </a:solidFill>
              </a:rPr>
              <a:t>Private key</a:t>
            </a:r>
            <a:r>
              <a:rPr sz="1300" b="0" i="0">
                <a:solidFill>
                  <a:srgbClr val="0F172A"/>
                </a:solidFill>
              </a:rPr>
              <a:t>: exported as PKCS#8 and encrypted with an AES-256-GCM key derived from the password by PBKDF2-HMAC-SHA-256.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00" b="1" i="0">
                <a:solidFill>
                  <a:srgbClr val="0F172A"/>
                </a:solidFill>
              </a:rPr>
              <a:t>Passwords</a:t>
            </a:r>
            <a:r>
              <a:rPr sz="1300" b="0" i="0">
                <a:solidFill>
                  <a:srgbClr val="0F172A"/>
                </a:solidFill>
              </a:rPr>
              <a:t> are separate: bcrypt on the server, never used as a key.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1">
                <a:solidFill>
                  <a:srgbClr val="475569"/>
                </a:solidFill>
              </a:rPr>
              <a:t>All primitives come from the browser's Web Crypto API; none is written by hand.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Key hierarchy: password, private key, file key, ciphertext.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and cryptographic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974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8805672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File cipher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AES-256-GCM, random 12-byte IV, 16-byte tag; whole file in memory; at most 25 MB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Key wrap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RSA-2048-OAEP with SHA-256, exponent 65537, 256-byte wrapped key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Private-key protection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PBKDF2-HMAC-SHA-256, 120,000 iterations, 16-byte salt, AES-256-GCM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Passwords and sessions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bcrypt cost 12, at least 8 characters; JWT HS256, 120 minutes; login throttle 20 attempts per 300 s per IP and email (in memory)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Integrity and audit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SHA-256 of the plaintext stored and checked on download; audit hash = SHA-256 of previous hash, time, user, file, action, success, details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SQLite by default, PostgreSQL via Docker; ciphertext under storage/encrypted with random 32-hex names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Measuring 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Intel i5-12500 (6 cores / 12 threads), 15.7 GB RAM, Windows 11, Python 3.11.9, Chrome 155.0.8059.85, loopback 127.0.0.1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logic: RBAC rules and the audit chain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5120640" cy="2103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640080"/>
                <a:gridCol w="777240"/>
                <a:gridCol w="1508760"/>
                <a:gridCol w="128016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Update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Share / role / revoke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Delete, file audit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Owner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Editor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Viewer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Stranger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3520440"/>
            <a:ext cx="51206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0F172A"/>
                </a:solidFill>
              </a:rPr>
              <a:t>The role is computed per request from ownership and the file_permissions row; denied requests return 403 and write an unauthorized_access entry.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0F172A"/>
                </a:solidFill>
              </a:rPr>
              <a:t>Measured: all 36 of 36 cells matched the rules; unauthenticated, forged, expired, wrong-secret and alg=none tokens all returned 401.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50" b="0" i="0">
                <a:solidFill>
                  <a:srgbClr val="0F172A"/>
                </a:solidFill>
              </a:rPr>
              <a:t>Audit chain: 8 of 9 tamper classes are always caught; deleting the last entries is not (0 of 199).</a:t>
            </a:r>
          </a:p>
        </p:txBody>
      </p:sp>
      <p:pic>
        <p:nvPicPr>
          <p:cNvPr id="28" name="Picture 27" descr="ciphervault_r2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72732"/>
            <a:ext cx="5696712" cy="308393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43600" y="5486400"/>
            <a:ext cx="56967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1">
                <a:solidFill>
                  <a:srgbClr val="475569"/>
                </a:solidFill>
              </a:rPr>
              <a:t>Audit entries are linked by SHA-256. The verifier checks internal consistency only: there is no secret key or external anchor.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ciphervault_r2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39" y="1780229"/>
            <a:ext cx="5852160" cy="35718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59893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DFD level 1: the processes and the data stores.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629400" y="1325880"/>
          <a:ext cx="5010912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640080"/>
                <a:gridCol w="23591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api/files.py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279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upload, download, update, delete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api/sharing.py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119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share, role change, revoke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api/auth.py + users.py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140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accounts, keys, directory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api/audit.py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61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history, chain verify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services/ (2 files)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hash chain, RBAC rules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db/models.py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4 tables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core/ + api/deps.py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bcrypt, JWT, settings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</a:rPr>
                        <a:t>lib/vaultCrypto.js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</a:rPr>
                        <a:t>108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browser cryptography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ciphervault_r2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4114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571500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1">
                <a:solidFill>
                  <a:srgbClr val="475569"/>
                </a:solidFill>
              </a:rPr>
              <a:t>UML class diagram. </a:t>
            </a:r>
            <a:r>
              <a:rPr sz="1150" b="1" i="1">
                <a:solidFill>
                  <a:srgbClr val="475569"/>
                </a:solidFill>
              </a:rPr>
              <a:t>users</a:t>
            </a:r>
            <a:r>
              <a:rPr sz="1150" b="0" i="1">
                <a:solidFill>
                  <a:srgbClr val="475569"/>
                </a:solidFill>
              </a:rPr>
              <a:t> own many </a:t>
            </a:r>
            <a:r>
              <a:rPr sz="1150" b="1" i="1">
                <a:solidFill>
                  <a:srgbClr val="475569"/>
                </a:solidFill>
              </a:rPr>
              <a:t>files</a:t>
            </a:r>
            <a:r>
              <a:rPr sz="1150" b="0" i="1">
                <a:solidFill>
                  <a:srgbClr val="475569"/>
                </a:solidFill>
              </a:rPr>
              <a:t>; </a:t>
            </a:r>
            <a:r>
              <a:rPr sz="1150" b="1" i="1">
                <a:solidFill>
                  <a:srgbClr val="475569"/>
                </a:solidFill>
              </a:rPr>
              <a:t>file_permissions</a:t>
            </a:r>
            <a:r>
              <a:rPr sz="1150" b="0" i="1">
                <a:solidFill>
                  <a:srgbClr val="475569"/>
                </a:solidFill>
              </a:rPr>
              <a:t> links a user to a file with a role and that user's wrapped key (unique per file and user).</a:t>
            </a:r>
          </a:p>
        </p:txBody>
      </p:sp>
      <p:pic>
        <p:nvPicPr>
          <p:cNvPr id="28" name="Picture 27" descr="ciphervault_r2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52974"/>
            <a:ext cx="5422392" cy="43520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17920" y="5715000"/>
            <a:ext cx="54223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1">
                <a:solidFill>
                  <a:srgbClr val="475569"/>
                </a:solidFill>
              </a:rPr>
              <a:t>Entity-relationship diagram. </a:t>
            </a:r>
            <a:r>
              <a:rPr sz="1150" b="1" i="1">
                <a:solidFill>
                  <a:srgbClr val="475569"/>
                </a:solidFill>
              </a:rPr>
              <a:t>audit_logs</a:t>
            </a:r>
            <a:r>
              <a:rPr sz="1150" b="0" i="1">
                <a:solidFill>
                  <a:srgbClr val="475569"/>
                </a:solidFill>
              </a:rPr>
              <a:t> keeps previous_hash and current_hash per event; its user and file links are nullable, so entries survive deletion.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Python 3.11+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FastAPI, uvicorn, pydantic; REST under /api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75304" y="1572768"/>
            <a:ext cx="457200" cy="45720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SQLAlchemy 2.0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SQLite by default, PostgreSQL via psycopg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00799" y="1572768"/>
            <a:ext cx="457200" cy="45720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799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PyJWT + bcrypt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session tokens and password hashing (cost 12)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71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26296" y="1572768"/>
            <a:ext cx="457200" cy="45720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6" y="2194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Web Crypto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06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AES-GCM, RSA-OAEP, PBKDF2, SHA-256 in the browser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React 19 + Vite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single-page app, React Router 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74136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3575304" y="3858768"/>
            <a:ext cx="457200" cy="45720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75304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Recharts + three.js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5304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dashboard charts and landing hero; Framer Motion, GSAP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1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6400799" y="3858768"/>
            <a:ext cx="457200" cy="45720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799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pytest + httpx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799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21 backend tests; Playwright for the UI walk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25128" y="3657600"/>
            <a:ext cx="2606040" cy="20574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9226296" y="3858768"/>
            <a:ext cx="457200" cy="45720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6296" y="44805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Docker Compose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26296" y="48920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PostgreSQL deployment option and run.bat for one-click local use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Everything runs locally on one machine; no cloud service or external key manager is used yet.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8280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0"/>
                <a:gridCol w="1737360"/>
                <a:gridCol w="5513832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Registration, login, JWT sessions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bcrypt cost 12; forged, expired and alg=none tokens all rejected (401)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Client-side encryption and key wrapping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AES-256-GCM + RSA-2048-OAEP; 2,000 of 2,000 bit flips detected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RBAC and sharing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36 of 36 access-matrix cells as expected; revoked user gets 403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Integrity check and audit 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Done, with gaps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8 of 9 tamper classes caught; tail truncation and concurrent writers are not handled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React interface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landing, dashboard, files, file detail, sharing, audit log, security, 360 px layout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MFA, chunked upload, key rotation, KMS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named as future work; not in the code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pytest 21/21; API walk 17/17; browser walk 18/18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188720"/>
          <a:ext cx="630936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4389120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Browser end to end, encrypted vs plain transfer on the same endpoint (loopback).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86600" y="1280160"/>
          <a:ext cx="4553712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17627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Measurement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AES-GCM encrypt, 10 MiB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23.8 ms median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AES-GCM encrypt, 25 MiB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53.8 ms median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RSA-2048 wrap / unwrap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0.030 / 0.71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Login (bcrypt cost 12)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308 ms median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RBAC matrix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36 of 36 cells correct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</a:rPr>
                        <a:t>Ciphertext bit flips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</a:rPr>
                        <a:t>2,000 of 2,000 caught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48640" y="4800600"/>
            <a:ext cx="1109167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0F172A"/>
                </a:solidFill>
              </a:rPr>
              <a:t>Cost of encryption is small: for a 10 MiB file the encrypted upload takes 14 ms more than a plain one (7%) and the verified download 27 ms more; AES itself takes about 23.8 ms.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0F172A"/>
                </a:solidFill>
              </a:rPr>
              <a:t>The audit chain verifies in 404 ms for 5,000 entries, but it does not catch deleted tail entries (0 of 199) or a full re-hash.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0F172A"/>
                </a:solidFill>
              </a:rPr>
              <a:t>100 concurrent failed logins broke the chain (first bad entry 5047): the audit writer assumes one writer at a time. Reported, not yet fixed.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ciphervault_r2_shot_06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1280160"/>
            <a:ext cx="3438144" cy="21488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548640" y="34747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Dashboard: files, roles, security events</a:t>
            </a:r>
          </a:p>
        </p:txBody>
      </p:sp>
      <p:pic>
        <p:nvPicPr>
          <p:cNvPr id="28" name="Picture 27" descr="ciphervault_r2_shot_07_my-fil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5404" y="1280160"/>
            <a:ext cx="3438144" cy="21488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4288536" y="34747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My files: ciphertext sizes and roles</a:t>
            </a:r>
          </a:p>
        </p:txBody>
      </p:sp>
      <p:pic>
        <p:nvPicPr>
          <p:cNvPr id="30" name="Picture 29" descr="ciphervault_r2_shot_09_share-ac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1280160"/>
            <a:ext cx="3438144" cy="214884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8028431" y="34747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Sharing: grant Editor or Viewer access</a:t>
            </a:r>
          </a:p>
        </p:txBody>
      </p:sp>
      <p:pic>
        <p:nvPicPr>
          <p:cNvPr id="32" name="Picture 31" descr="ciphervault_r2_shot_10_audit-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5" y="3977639"/>
            <a:ext cx="3218688" cy="20116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548640" y="603504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Audit log with chain verification</a:t>
            </a:r>
          </a:p>
        </p:txBody>
      </p:sp>
      <p:pic>
        <p:nvPicPr>
          <p:cNvPr id="34" name="Picture 33" descr="ciphervault_r2_shot_11_secu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5132" y="3977639"/>
            <a:ext cx="3218688" cy="20116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4288536" y="603504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Security profile: keys and crypto settings</a:t>
            </a:r>
          </a:p>
        </p:txBody>
      </p:sp>
      <p:pic>
        <p:nvPicPr>
          <p:cNvPr id="36" name="Picture 35" descr="ciphervault_r2_shot_13_shared-with-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5027" y="3977639"/>
            <a:ext cx="3218688" cy="20116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8028431" y="603504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Viewer account: files shared with 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21 /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 in about 13 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28016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17 / 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API end-to-end checks pass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28016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18 / 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real-browser UI walk steps pass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28016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17 / 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checks in the evaluation script pass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43200"/>
          <a:ext cx="5852160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0"/>
                <a:gridCol w="1005840"/>
                <a:gridCol w="10058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Operation (n calls)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Median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p95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Health check (60)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1.68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2.69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GET /api/auth/me (60)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6.32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17.7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Login, bcrypt cost 12 (15)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308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349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List 65 files (20)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40.3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58.9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Upload 1 MiB (15)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44.5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70.3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</a:rPr>
                        <a:t>Download 1 MiB (15)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22.4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0F172A"/>
                          </a:solidFill>
                        </a:rPr>
                        <a:t>34.0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675120" y="2743200"/>
            <a:ext cx="49834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350" b="1" i="0">
                <a:solidFill>
                  <a:srgbClr val="0F172A"/>
                </a:solidFill>
              </a:rPr>
              <a:t>What the tests cover</a:t>
            </a:r>
            <a:r>
              <a:rPr sz="1350" b="0" i="0">
                <a:solidFill>
                  <a:srgbClr val="0F172A"/>
                </a:solidFill>
              </a:rPr>
              <a:t>: registration and login, encrypted upload and download, owner, editor, viewer and stranger access, share, role change, revoke, the audit chain and the crypto round trip.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50" b="1" i="0">
                <a:solidFill>
                  <a:srgbClr val="0F172A"/>
                </a:solidFill>
              </a:rPr>
              <a:t>What they do not cover</a:t>
            </a:r>
            <a:r>
              <a:rPr sz="1350" b="0" i="0">
                <a:solidFill>
                  <a:srgbClr val="0F172A"/>
                </a:solidFill>
              </a:rPr>
              <a:t>: more than a few users at once, files above 25 MB, Firefox and Safari, PostgreSQL, a Docker build, screen readers.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350" b="1" i="0">
                <a:solidFill>
                  <a:srgbClr val="0F172A"/>
                </a:solidFill>
              </a:rPr>
              <a:t>Not done</a:t>
            </a:r>
            <a:r>
              <a:rPr sz="1350" b="0" i="0">
                <a:solidFill>
                  <a:srgbClr val="0F172A"/>
                </a:solidFill>
              </a:rPr>
              <a:t>: user study, load test, independent security audit.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50" b="0" i="1">
                <a:solidFill>
                  <a:srgbClr val="475569"/>
                </a:solidFill>
              </a:rPr>
              <a:t>Timings are from one machine with 127.0.0.1 as host.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1" cy="4992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4754880"/>
                <a:gridCol w="4050791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we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Audit log trust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Deleting the last entries goes unnoticed (0 of 199); a full re-hash is not detected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Plan an HMAC key or an external anchor for the latest hash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Concurrent writers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100 parallel failed logins left the chain invalid (first bad entry 5047)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Serialise the read-then-write of the last hash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Revocation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Deleting the wrapped key cannot recall a key or file already downloaded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Document it; re-key on revoke is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Who sees the audit 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GET /api/audit lists the global event history to any signed-in user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Restrict to the user's own events and owned files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Trust in the web app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The server serves the JavaScript that does the encryption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State it as a limit; signed builds are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Measuring honestly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Chrome's timer has 0.1 ms steps and the CPU was shared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Timed batches of 200 operations; reported spread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Fix and re-measure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31181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0" i="0">
                <a:solidFill>
                  <a:srgbClr val="475569"/>
                </a:solidFill>
              </a:rPr>
              <a:t>Lock the audit writer, add a keyed or anchored chain head, restrict the global audit list, then repeat the tamper and concurrency studies with the same scripts.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46304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Close the gaps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331720"/>
            <a:ext cx="31181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0" i="0">
                <a:solidFill>
                  <a:srgbClr val="475569"/>
                </a:solidFill>
              </a:rPr>
              <a:t>Chunked streaming above 25 MB, MFA, key rotation and re-keying on revoke, a PostgreSQL run, and a key-management service for the JWT secret.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463040"/>
            <a:ext cx="35204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Deliver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31720"/>
            <a:ext cx="31181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0" i="0">
                <a:solidFill>
                  <a:srgbClr val="475569"/>
                </a:solidFill>
              </a:rPr>
              <a:t>Finish the final report and the IEEE paper from the measured results, rehearse the demo, and keep every number tied to the metrics files.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pherVault">
  <a:themeElements>
    <a:clrScheme name="CipherVault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CipherVaul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ipherVaul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File Storage System with Encryption and Role-Based Access Control (RBAC): Review 2</dc:title>
  <dc:subject>Batch C13 (CSE-C)</dc:subject>
  <dc:creator>Pramod Reddy Yalala, Pendela Vyshnavi, Luke Abraham Sam, Mudavath Suresh</dc:creator>
  <cp:lastModifiedBy/>
  <cp:revision>1</cp:revision>
  <dcterms:created xsi:type="dcterms:W3CDTF">2026-10-13T12:40:05Z</dcterms:created>
  <dcterms:modified xsi:type="dcterms:W3CDTF">2026-10-13T12:40:05Z</dcterms:modified>
  <cp:keywords>secure file storage, AES-256-GCM, RSA-OAEP, role-based access control, audit log</cp:keywords>
  <dc:description/>
</cp:coreProperties>
</file>