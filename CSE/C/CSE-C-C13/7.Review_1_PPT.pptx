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Encrypted upload (browser)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1 KiB</c:v>
                </c:pt>
                <c:pt idx="1">
                  <c:v>1 MiB</c:v>
                </c:pt>
                <c:pt idx="2">
                  <c:v>10 MiB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30.35</c:v>
                </c:pt>
                <c:pt idx="1">
                  <c:v>63.05</c:v>
                </c:pt>
                <c:pt idx="2">
                  <c:v>208.8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Plain upload, same endpoint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1 KiB</c:v>
                </c:pt>
                <c:pt idx="1">
                  <c:v>1 MiB</c:v>
                </c:pt>
                <c:pt idx="2">
                  <c:v>10 MiB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28.9</c:v>
                </c:pt>
                <c:pt idx="1">
                  <c:v>52.85</c:v>
                </c:pt>
                <c:pt idx="2">
                  <c:v>194.4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0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title. One sentence: CipherVault encrypts every file in the browser before upload, enforces Owner, Editor and Viewer roles on the server and keeps a tamper-evident audit log, and we have measured each of those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The review covers why the problem matters and what is missing in current work, then what we built and what we have measured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points: why readable storage is a risk, the client-side encryption plus roles plus audit design, and what is delivered and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citation. The base paper is a different system, so we compare ideas, not scores: its timings are calculated in microseconds on other hardware, ours are measured end to end in milliseconds. The closest-architecture paper is Sowmiya et al., reference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survey lists five items; items 3 to 5 in our numbering could not be located online, so only their titles appear. Other rows were checked against the papers or their abstract pages, and abstract-only sources are not credited with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our own early measurements, taken on one desktop; the full study follows in Review 2. They are not placed on one scale with published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most storage keeps files readable to the provider; research covers parts of the answer but not a measured, runnable whole.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limitations are the batch problem statement; the last line is from the base paper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survey states the gap as a general-purpose secure file store combining AES-256-GCM, RBAC, integrity verification and audit logging in one application. Gaps 2, 4 and 5 come from our reading of how the closest papers report their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statement slowly. The need is a store that encrypts before upload, enforces roles, verifies integrity and logs every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proposal. We say plainly later which are met and where the evidence has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stages and the app that wraps them. No machine-learning model is involved: this is cryptography and access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 top to bottom: the browser encrypts, the API enforces roles and logs, the database holds metadata and the folder holds ciphertext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Because the system is already built, this slide reports measured outcomes. Objectives 1 to 5 are implemented; objective 6 is measured, with the caveat that timings come from a shared desktop and that two audit-log weaknesses were found and are documented, not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of 34 is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not attribute-based encryption as in the base paper (AES-GCM with per-recipient RSA wrapping is cheaper and simpler for a file store; the trade-off is no policy language); why a hash chain and not a blockchain (single operator, no consensus needed); what the server can see (file name, size, MIME type, owner and timestamps).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CipherVault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File Storage System with Encryption and Role-Based Access Control (RBAC)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AES-256-GCM Encryption, RSA-OAEP Key Wrapping and a Hash-Chained Audit Log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Pramod Reddy Yalala  23K91A05J9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Pendela Vyshnavi  23K91A05J1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Luke Abraham Sam  23K91A05D4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Mudavath Suresh  23K91A05G2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 V V Deepthi,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Batch C13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 and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approaches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files the server can store but not read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Organisations keep sensitive documents on infrastructure they do not control. The provider, insiders and network attackers are all exposure points, and without roles and logs a misuse cannot be limited or reconstructed.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Encrypt in the browser with AES-256-GCM, wrap each file key with the recipient's RSA-2048 public key, let the server enforce Owner, Editor and Viewer roles, store a SHA-256 of the plaintext, and chain every audit event with SHA-256.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CipherVault: a FastAPI service with 24 endpoints and a React web app, with JWT and bcrypt sign-in. Ciphertext sits on disk, metadata in SQL. It is measured for encryption cost, access-control correctness and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A. Nekouie, M. Vafaei Jahan, M. H. Moattar and R. Sheibani, "Secure electronic health record access control via blockchain, dual-attribute encryption, and large language model-based attribute extraction," Scientific Reports, vol. 16, art. 8673, 2026, doi: 10.1038/s41598-026-39690-2.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Elliptic-curve ciphertext-policy attribute-based encryption over user and data attributes; ClinicalBERT extracts data attributes from notes; a private Hyperledger Fabric ledger holds attribute public keys and policies; several key-generation centres avoid key escrow.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Evaluation reported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No dataset. Cost is calculated from operation counts and OpenSSL primitive timings on a Raspberry Pi 3 B+ and an HPE server: about 8,506 µs in total at 5 attributes on the Pi, against 8,812 to 71,323 µs for other schemes.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Limits and our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It is not a file store: no upload, role model or audit-log cost. CipherVault adopts the trust model (provider sees ciphertext only), hash check, revocation and audit, and replaces ABE and the ledger with AES-GCM, RSA-OAEP and a hash 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005840"/>
          <a:ext cx="11091672" cy="5029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731520"/>
                <a:gridCol w="4023360"/>
                <a:gridCol w="39593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Reported result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Nekouie et al. [1]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Dual-attribute CP-ABE on an elliptic curve; ClinicalBERT attributes; Hyperledger Fabric ledger; health records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Cost calculated from primitive timings (Raspberry Pi, HPE server); no product, no upload or audit latency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Sowmiya et al.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Client-side AES-256-GCM, RSA-2048 wrapping, 3-role RBAC, hash-chained audit log, MFA, 4 MB chunks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+320 ms for 10 MB; 98.6% access accuracy; 50 of 50 tamper events caught; no hardware or method given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Thenmozhi et al.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Geocrypt: RSA file exchange gated by location and time; Ethereum smart contracts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Abstract only; qualitative claim; location can be spoofed; no role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Saginayev et al.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Hybrid AES-256 + RSA cloud storage with SHA-256 integrity hash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No benchmark in the abstract; no roles or audit trail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Backendal et al.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Attacks on MEGA's key hierarchy and file 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Malleable key wrapping broke end-to-end storage; a design warning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Goh et al. [10]; Kallahalla et al. [11]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SiRiUS and Plutus: per-file keys over untrusted network 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File-system clients, not web apps; no audit log in the abstracts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Goyal et al. [18]; Bethencourt et al. [19]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2006-07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Key-policy and ciphertext-policy attribute-based 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Pairing-based and heavier than symmetric keys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Ferraiolo et al. [15]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NIST RBAC reference model: roles, permissions, constraints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 model only; no key management or audit integrity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Schneier, Kelsey [31]; Crosby, Wallach [32]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1999-2009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Hash-chained and Merkle-tree tamper-evident logs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Need a separate verifier or published commitments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Batch survey [3], [4],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Three further titles (AES cloud storage, integrity and access control, chaotic-map image encryption)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Not located online; titles only, nothing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first measurements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603504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66928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Median milliseconds per upload, Chrome to FastAPI over loopback (12th Gen Intel Core i5-12500 (6 cores / 12 threads), shared with other jobs, so indicative).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325880"/>
            <a:ext cx="480060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What we have measured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AES-256-GCM encrypts 10 MiB in 23.8 ms (median); ciphertext is the plaintext plus 16 bytes.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Role matrix: 36 of 36 operation cells behaved as specified; forged, expired and alg=none tokens all gave 401.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All 2000 single-bit ciphertext flips were rejected by AES-GCM.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closest paper reports +320 ms for 10 MB [2] but not its hardware, so no ranking is made.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889150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User uploads the file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42946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49270" y="1371600"/>
            <a:ext cx="1889150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Server stores it readable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43576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49900" y="1371600"/>
            <a:ext cx="1889150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Provider-held key, if any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44207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50531" y="1371600"/>
            <a:ext cx="1889150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Access by app checks only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44837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51161" y="1371600"/>
            <a:ext cx="1889150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Editable plain 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4980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888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Typical file 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server sees the plaintext, so staff, backups and a breach all expose it.
Any encryption at rest is keyed by the provider, not the user.
A log that can be edited does not prove what happened.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400800" y="28803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systems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Attribute-based encryption with a ledger [1], cryptographic storage prototypes [10], [11] and a client-side file-store design [2] each cover part of the need.
None is a runnable file store with its layers measured and its weak points reported.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Provider can read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Files stored without client-side encryption are readable by the storage provider.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No per-user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Without role-based control, any authenticated user may reach another user's files.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Tampering unnoticed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Tampering goes undetected when no integrity check is performed on retrieval.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36576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No reconstruction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Without audit logs, a security incident cannot be reconstructed afterwards.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</a:rPr>
              <a:t>The base paper adds: attribute policies and a ledger that are heavy for a small deployment, and no file-level features [1].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280160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1188720"/>
            <a:ext cx="101955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The base paper targets health records with attribute-based encryption, a ledger and ClinicalBERT; it has no file upload, role model or audit-log cost [1]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2304288"/>
            <a:ext cx="566928" cy="566928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212848"/>
            <a:ext cx="101955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The closest file-store paper reports +320 ms, 98.6% and 100% without hardware, per-operation timings or tamper methods [2]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236976"/>
            <a:ext cx="101955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No surveyed work is a runnable general-purpose file store joining browser-side AES-256-GCM, per-recipient RSA key wrapping, server-enforced Owner/Editor/Viewer roles, a plaintext hash and a hash-chained audit log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261104"/>
            <a:ext cx="101955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Audit chains are proposed [31], [32] but rarely tested against truncation, re-hashing or concurrent writers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5376672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285232"/>
            <a:ext cx="101955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A measured study of every layer on one machine, reporting the weaknesses it finds, is missing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8346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606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Files stored without client-side encryption are readable by the storage provider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Without role-based control, any authenticated user may reach another user's files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Tampering goes undetected when no integrity check is performed on retrieval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Without audit logs, a security incident cannot be reconstructed afterwards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Need: a storage system that encrypts before upload, enforces role-based access, verifies integrity and logs every 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89120"/>
            <a:ext cx="3520440" cy="1783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Files up to 25 MB, a password and, for sharing, a recipient and a role (Viewer or Editor)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389120"/>
            <a:ext cx="3520440" cy="1783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892040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Ciphertext on disk, metadata in SQL, a decrypted and hash-verified download, and a verifiable audit chain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389120"/>
            <a:ext cx="3520440" cy="1783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Measures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892040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Encryption overhead, access-control correctness, tamper detection and verification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0F172A"/>
                </a:solidFill>
              </a:rPr>
              <a:t>1.  Implement user registration and authentication with securely hashed credentials and JWT sessions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0F172A"/>
                </a:solidFill>
              </a:rPr>
              <a:t>2.  Encrypt every uploaded file using AES-256-GCM before it reaches storage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0F172A"/>
                </a:solidFill>
              </a:rPr>
              <a:t>3.  Implement role-based access control together with file-ownership verification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0F172A"/>
                </a:solidFill>
              </a:rPr>
              <a:t>4.  Verify file integrity on download using cryptographic hashing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0F172A"/>
                </a:solidFill>
              </a:rPr>
              <a:t>5.  Maintain structured audit logs of every upload, download, delete and access denial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0F172A"/>
                </a:solidFill>
              </a:rPr>
              <a:t>6.  Evaluate encryption overhead, access-control correctness and integrity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Slide 14 states what has been achieved and measured against these objectives, and where the system falls short.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383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Register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The browser generates an RSA-2048 key pair and encrypts the private key under a PBKDF2 key (120,000 iterations). The server keeps a bcrypt password hash.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383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Encrypt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fresh 256-bit AES key and 12-byte IV encrypt the file with AES-GCM; SHA-256 of the plaintext is computed; the key is wrapped with the owner's RSA public key.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383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Share and enforce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The owner re-wraps the file key for each recipient. The server checks Owner, Editor or Viewer on every request and logs denials.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383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Verify and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On download the browser unwraps, decrypts and compares SHA-256. Every event joins a SHA-256 hash chain that anyone signed in can verify.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516636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502920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FastAPI service + React web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440680"/>
            <a:ext cx="9784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Dashboard, My files, Shared with me, file details with an access list, Audit log and a Security page. Backend on port 8413, frontend on 5413; SQLite by default, PostgreSQL through Docker.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ciphervault_r1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0899"/>
            <a:ext cx="7498079" cy="516772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75320" y="1371600"/>
            <a:ext cx="33832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Layers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Browser: React app and Web Crypto API; the trusted crypto endpoint (port 5413 in development).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FastAPI on port 8413: auth, users, files, sharing and audit routers.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Services: role checks and the hash-chained audit log.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SQL database with four tables; ciphertext only in storage/encrypted.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server never receives plaintext or private keys.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results so far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423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24 endpoints; 21 of 21 pytest cases, 17 of 17 API checks and 18 of 18 browser checks pass; uploads over 25 MB get HTTP 413.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423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Encryption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10 MiB: AES-GCM 23.8 ms, whole encrypted upload 209 ms against 194 ms unencrypted (medians).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423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Access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36 of 36 role-matrix cells as specified; revoked users get HTTP 403; forged tokens get 401.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77639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1605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4133087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Integrity and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84632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8 of 9 audit-tamper types caught in every trial; 2000 of 2000 ciphertext bit flips rejected.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3977639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00799" y="41605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4133087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Known gaps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799" y="484632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Tail truncation of the log went unseen (0 of 199); concurrent writers fork the chain; no MFA; revocation cannot recall a downloaded copy.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097280"/>
            <a:ext cx="5440680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[1] A. Nekouie, M. Vafaei Jahan, M. H. Moattar and R. Sheibani, "Secure electronic health record access control via blockchain, dual-attribute encryption, and large language model-based attribute extraction," Scientific Reports, vol. 16, art. no. 8673, 2026, doi: 10.1038/s41598-026-39690-2.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[2] G. Sowmiya, R. Nivas and E. Vikram, "Secure cloud file storage architecture with client-side encryption and access control," Int. J. Eng. Develop. Res. (IJEDR), vol. 14, no. 2, pp. 576-579, Apr. 2026, paper IJEDR2602501.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[3] "Secure file storage on cloud using AES encryption," Int. Res. J. Modernization in Engineering, Technology and Science (IRJMETS), 2026. [title only; not located online]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[4] "Secure cloud-based file storage system with enhanced data integrity and access control," in Proc. 6th Int. Conf. Pervasive Computing and Social Networking (ICPCSN), 2026. [title only; not located online]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[5] "An integrated image encryption and secure transmission scheme for cloud environments using chaotic mapping and cryptographic access control," 2026. [title only; not located online]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[6] P. Thenmozhi, V. D. Saralesh and R. Sakthi, "Geocrypt: Location-based secure file encryption and access control," ITM Web of Conferences, vol. 82, art. no. 03019, 2026, doi: 10.1051/itmconf/20268203019.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[7] E. Saginayev, A. Niyazov, A. Razaque, Zh. Kalpeyeva and A. Urazgaliyeva, "Secure file storage on cloud using hybrid cryptography," Computing &amp; Engineering, vol. 2, no. 2, pp. 1-7, 2024, doi: 10.51301/ce.2024.i2.01.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[8] M. Backendal, M. Haller and K. G. Paterson, "MEGA: Malleable encryption goes awry," in Proc. IEEE Symp. Security and Privacy (SP), 2023, pp. 146-163.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097280"/>
            <a:ext cx="5440680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[10] E.-J. Goh, H. Shacham, N. Modadugu and D. Boneh, "SiRiUS: Securing remote untrusted storage," in Proc. Network and Distributed System Security Symp. (NDSS), 2003.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[11] M. Kallahalla, E. Riedel, R. Swaminathan, Q. Wang and K. Fu, "Plutus: Scalable secure file sharing on untrusted storage," in Proc. 2nd USENIX Conf. File and Storage Technologies (FAST), San Francisco, CA, USA, 2003, pp. 29-42.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[15] D. F. Ferraiolo, R. Sandhu, S. Gavrila, D. R. Kuhn and R. Chandramouli, "Proposed NIST standard for role-based access control," ACM Trans. Inf. Syst. Secur., vol. 4, no. 3, pp. 224-274, Aug. 2001, doi: 10.1145/501978.501980.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[18] V. Goyal, O. Pandey, A. Sahai and B. Waters, "Attribute-based encryption for fine-grained access control of encrypted data," in Proc. 13th ACM Conf. Computer and Communications Security (CCS), 2006, pp. 89-98, doi: 10.1145/1180405.1180418.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[19] J. Bethencourt, A. Sahai and B. Waters, "Ciphertext-policy attribute-based encryption," in Proc. IEEE Symp. Security and Privacy (SP), 2007, pp. 321-334, doi: 10.1109/SP.2007.11.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[31] B. Schneier and J. Kelsey, "Secure audit logs to support computer forensics," ACM Trans. Inf. Syst. Secur., vol. 2, no. 2, pp. 159-176, May 1999.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[32] S. A. Crosby and D. S. Wallach, "Efficient data structures for tamper-evident logging," in Proc. 18th USENIX Security Symp., Montreal, QC, Canada, Aug. 2009, pp. 317-334.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pherVault">
  <a:themeElements>
    <a:clrScheme name="CipherVaul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CipherVaul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pherVaul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Storage System with Encryption and Role-Based Access Control (RBAC): Review 1</dc:title>
  <dc:subject>Batch C13 (CSE-C)</dc:subject>
  <dc:creator>Pramod Reddy Yalala, Pendela Vyshnavi, Luke Abraham Sam, Mudavath Suresh</dc:creator>
  <cp:lastModifiedBy/>
  <cp:revision>1</cp:revision>
  <dcterms:created xsi:type="dcterms:W3CDTF">2026-10-13T12:36:40Z</dcterms:created>
  <dcterms:modified xsi:type="dcterms:W3CDTF">2026-10-13T12:36:40Z</dcterms:modified>
  <cp:keywords>client-side encryption, AES-256-GCM, RSA-OAEP, role-based access control, audit log</cp:keywords>
  <dc:description/>
</cp:coreProperties>
</file>