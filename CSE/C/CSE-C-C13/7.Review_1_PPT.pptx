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Pramod Reddy Yalala	23K91A05J9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Pendela Vyshnavi	23K91A05J1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Luke Abraham Sam	23K91A05D4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Mudavath Suresh	23K91A05G2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 V V Deepthi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Secure File Storage System with Encryption and Role-Based Access Control (RBAC)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project is a secure file-storage web application designed to protect sensitive files from unauthorized access, data leakage, and tampering.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Users can register, authenticate, upload, store, download, and delete files.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Uploaded files are encrypted using AES-256-GCM before being stored, while Role-Based Access Control (RBAC) and file-ownership checks ensure that users can access only the.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uses JWT authentication and bcrypt password hashing for secure user authentication.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SHA-256 provides additional file-level integrity verification, while structured audit logs record security-sensitive activities such as login attempts, file uploads.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"Secure electronic health record access control via blockchain, dual-attribute encryption, and large language model-based attribute extraction."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2026   |   DOI: 10.1038/s41598-026-39690-2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attribute-based encryption and access control to health records. The gap is a general-purpose secure file store combining AES-256-GCM, RBAC, integrity verification and audit logging in one application.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Organisations store sensitive documents on infrastructure they do not directly control.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storage provider, insiders and network attackers are all potential exposure points.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Encrypting a file before upload ensures the provider never holds readable content.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AES-256-GCM provides both confidentiality and integrity in a single operation.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Role-based access control restricts each user to the files and actions they are entitled to.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Audit logging makes every access attempt traceable after the fact.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Secure electronic health record access control via blockchain, dual-attribute encryption.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SECURE FILE STORAGE ON CLOUD USING AES ENCRYPTION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Research Journal of Modernization in Engineering Technology &amp;amp; Science,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Secure Cloud-based File Storage System with Enhanced Data Integrity and Access Control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2026 6th International Conference on Pervasive Computing and Social Networking (ICPCSN),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An integrated image encryption and secure transmission scheme for cloud environments using chaotic.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Geocrypt: Location-Based Secure File Encryption and Access Control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ITM Web of Conferences,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Implement user registration and authentication with securely hashed credentials and JWT sessions.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Encrypt every uploaded file using AES-256-GCM before it reaches storage.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Implement role-based access control together with file-ownership verification.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Verify file integrity on download using cryptographic hashing.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Maintain structured audit logs of every upload, download, delete and access denial.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encryption overhead, access-control correctness and integrity verification.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Files stored without client-side encryption are readable by the storage provider.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Without role-based control, any authenticated user may reach another user's files.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Tampering goes undetected when no integrity check is performed on retrieval.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Absent audit logs, a security incident cannot be reconstructed afterwards.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storage system that encrypts before upload, enforces role-based access, verifies integrity and logs every action.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