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10-1.jpg" ContentType="image/jpg"/>
  <Override PartName="/ppt/media/image-11-1.jpg" ContentType="image/jpg"/>
  <Override PartName="/ppt/media/image-12-1.jpg" ContentType="image/jpg"/>
  <Override PartName="/ppt/media/image-13-1.jpg" ContentType="image/jpg"/>
  <Override PartName="/ppt/media/image-14-1.jpg" ContentType="image/jpg"/>
  <Override PartName="/ppt/media/image-15-1.jpg" ContentType="image/jpg"/>
  <Override PartName="/ppt/media/image-16-1.jpg" ContentType="image/jpg"/>
  <Override PartName="/ppt/media/image-17-1.jpg" ContentType="image/jpg"/>
  <Override PartName="/ppt/media/image-18-1.jpg" ContentType="image/jpg"/>
  <Override PartName="/ppt/media/image-19-1.jpg" ContentType="image/jpg"/>
  <Override PartName="/ppt/media/image-2-1.jpg" ContentType="image/jpg"/>
  <Override PartName="/ppt/media/image-20-1.jpg" ContentType="image/jpg"/>
  <Override PartName="/ppt/media/image-21-1.jpg" ContentType="image/jpg"/>
  <Override PartName="/ppt/media/image-22-1.jpg" ContentType="image/jpg"/>
  <Override PartName="/ppt/media/image-23-1.jpg" ContentType="image/jpg"/>
  <Override PartName="/ppt/media/image-24-1.jpg" ContentType="image/jpg"/>
  <Override PartName="/ppt/media/image-25-1.jpg" ContentType="image/jpg"/>
  <Override PartName="/ppt/media/image-26-1.jpg" ContentType="image/jpg"/>
  <Override PartName="/ppt/media/image-27-1.jpg" ContentType="image/jpg"/>
  <Override PartName="/ppt/media/image-28-1.jpg" ContentType="image/jpg"/>
  <Override PartName="/ppt/media/image-3-1.jpg" ContentType="image/jpg"/>
  <Override PartName="/ppt/media/image-4-1.jpg" ContentType="image/jpg"/>
  <Override PartName="/ppt/media/image-5-1.jpg" ContentType="image/jpg"/>
  <Override PartName="/ppt/media/image-6-1.jpg" ContentType="image/jpg"/>
  <Override PartName="/ppt/media/image-7-1.jpg" ContentType="image/jpg"/>
  <Override PartName="/ppt/media/image-8-1.jpg" ContentType="image/jpg"/>
  <Override PartName="/ppt/media/image-9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team and CipherVault: files are encrypted in the browser, the server enforces roles and keeps a hash-chained audit log. Everything shown was measured on one desktop.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agenda follows the report: problem, design, method, results, comparison, screens,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Give the product, then the honest result: the cryptography is cheap; the audit chain detects most but not all tampering.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declared base paper solves a different problem (attribute-based encryption for health records). We adopt its trust model and measurement habit, not its machinery; its timings are calculated, not measured.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Eight of the surveyed works. The three batch-survey titles we could not locate online are listed only in the report and no results are quoted from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gap is the measured, complete combination and the honesty about its weak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six objectives are taken from the batch documents; the outcome of each is on the conclusion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server is blind to content by design; roles and the audit log are its job.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the diagram top to bottom. The server never holds a plaintext file or a private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Six steps; steps 3 to 5 are where the cryptography and the role check meet.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There is no training data: the 'dataset' is demo data and measurement workloads, and we say so on purpose.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Left: upload and download algorithm. Right: the decision table the server applies; it was measured against the live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Sequence of upload, share and download between the owner, the server and the recipient; and the use cases per 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tables. The ER diagram mirrors backend/app/db/models.py.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Strengths on the left, defects found while measuring on the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Medians in Chrome on an i5-12500 shared with other jobs. Small sizes were timed in batches because Chrome's clock is 0.1 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Same endpoint, same browser, encrypted against plain. State the noise caveat.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equivalent of a confusion matrix for a security system: expected against observed decisions, and detected against injected tampering. Say the two misses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Three parameters: file size (the 25 MB cap), PBKDF2 iterations, audit chain length.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Tests are broad but small-scale. The concurrency defect is a real finding and is documented, not hidden.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 plainly that nothing is score-comparable. Differences that matter: PBKDF2 120,000 vs 310,000, no chunking, no MFA, tail truncation undetected.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Real captures of the running app with demo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history on the left shows a real denied delete (owner only).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audit screen is where tamper evidence is visible to the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 explicit about which objectives were met in full and which with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Limitations first, then future work drawn from the measured defects.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Selected references; the complete numbered list is in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Relationship Id="rId5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Relationship Id="rId4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jp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12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Relationship Id="rId4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15.pn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17.png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19.png"/><Relationship Id="rId3" Type="http://schemas.openxmlformats.org/officeDocument/2006/relationships/image" Target="../media/image1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1373177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File Storage System with Encryption and Role-Based Access Control (RBAC)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2379017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 ·  CipherVault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" y="3110537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Details : Batch C13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3522017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23K91A05J9   Pramod Reddy Yalala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23K91A05J1   Pendela Vyshnavi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23K91A05D4   Luke Abraham Sam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23K91A05G2   Mudavath Suresh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675120" y="3110537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Esteemed Guidance of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V V Deepthi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[DESIGNATION], Department of CSE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  ·  TKR College of Engineering &amp; Technology  ·  Academic Year [ACADEMIC YEAR]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 &amp; Literature Survey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Gap, Problem Statement &amp; Objectives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&amp; Architecture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Methodology, Data &amp; Cryptographic Primitives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Workflow, Interaction &amp; Database Design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Cryptographic Cost, Overhead, Access Control &amp; Integrity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Analysis, Performance &amp; Testing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the Base Paper and the Closest Architecture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Conclusion, Limitations, Future Scope &amp; References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11155680" cy="466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9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Files kept on a storage provider are readable by the provider, by insiders and by anyone who reaches the database. CipherVault moves encryption to the browser: every file is encrypted with its own AES-256-GCM key before upload, the key is wrapped for each authorised user with RSA-2048-OAEP, and the server stores only ciphertext.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server enforces Owner / Editor / Viewer roles on every request, checks plaintext SHA-256 and the GCM tag on download (in the browser), and records each sensitive action in a SHA-256 hash-chained audit log.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Measured on one i5-12500 desktop in Chrome and over loopback: AES-256-GCM of a 25 MiB file takes 53.8 ms; a 10 MiB encrypted upload adds about 14 ms to a plain one; the role matrix matched 36 of 36 cells; 2000 of 2000 ciphertext bit flips were rejected.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Honest limits found while measuring: 1 of 9 audit-tampering classes (tail truncation, 0 of 199) are not detected, a full re-hash is not detected, and concurrent writers fork the chain.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21 pytest tests, a 17-check API run and an 18-step browser walk all pass.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57276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A. Nekouie, M. Vafaei Jahan, M. H. Moattar and R. Sheibani, "Secure electronic health record access control via blockchain, dual-attribute encryption, and large language model-based attribute extraction," Scientific Reports, vol. 16, art. 8673, 2026, doi: 10.1038/s41598-026-39690-2.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2286000"/>
          <a:ext cx="11155680" cy="395020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737360"/>
                <a:gridCol w="9418320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Aspect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Base paper: secure EHR access control (Nekouie et al., Scientific Reports, 2026)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Method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Elliptic-curve ciphertext-policy dual-attribute encryption; ClinicalBERT extracts data attributes from clinical notes; several key-generation centres (no key escrow); Hyperledger Fabric ledger holds public keys and policies; 23 protocol phases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Evaluation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Analytic: cost calculated from operation counts times OpenSSL primitive timings on an HPE server (E5-2620 v3) and a Raspberry Pi 3 B+; no dataset, no ClinicalBERT accuracy reported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Reported cost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Proposed scheme about 8,506 microseconds in total at x = 5 attributes on the Pi (formula 1362.5x + 1694); ten compared schemes 8,812 to 71,323 microseconds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Limits for our aim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Not a file store: no upload / download time, no role check latency, no audit-log cost; heavy key-centre and ledger infrastructure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What we adopt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Untrusted storage that sees only ciphertext; a stored hash checked after decryption; revocation and audit as part of the design; cost reported per primitive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00200"/>
          <a:ext cx="11155680" cy="460857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4572000"/>
                <a:gridCol w="4206240"/>
              </a:tblGrid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Work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Approach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Limitation relevant here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Nekouie et al., Scientific Reports 2026 (base paper) [1]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Electronic-health-record sharing: elliptic-curve ciphertext-policy attribute-based encryption (ABE) over both user...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Not a file-storage product (no upload, download, role model or audit-log latency); cost is analytic, not a...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Sowmiya et al., IJEDR 2026 [2]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Zero-trust cloud file storage: client-side AES-256-GCM, RSA-2048 key wrapping (OAEP-SHA256), Owner / Editor /...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Evaluation protocol is only sketched (no hardware, no per-operation timings, no tamper-method list); key recovery...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Thenmozhi, Saralesh and Sakthi, Geocrypt [6]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RSA-encrypted file exchange with access gated by physical location and time-limited sessions; Ethereum smart...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Location can be spoofed on the client; blockchain adds latency and a test-net dependency; no role model beyond...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Saginayev et al., Computing &amp; Engineering 2024 [7]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Hybrid cryptography for cloud file storage: AES-256 for data, RSA for key management, SHA-256 hash before...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Abstract-level evidence only; no role model, audit trail or timing study was read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Backendal, Haller and Paterson, MEGA [8]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Cryptanalysis of the MEGA end-to-end encrypted storage service: five attacks on its key hierarchy and file encryption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 lesson, not a system: unauthenticated or malleable key wrapping and encryption modes break an otherwise...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Goh et al., SiRiUS [10]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File layer over untrusted network storage (NFS, CIFS and similar) with its own read / write cryptographic access...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Design for network file systems rather than a web application; the abstract describes no tamper-evident audit log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Kallahalla et al., Plutus [11]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Cryptographic storage with filegroups to reduce the number of keys users exchange, separate read and write access,...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Design for a file-system client (OpenAFS), not a web application; no tamper-evident audit log is described in the...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Schneier and Kelsey, secure audit logs [31]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Forward-secure, hash-chained audit logs for untrusted machines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Designed for a machine that may later be compromised, with a separate verifier; a plain unsigned hash chain...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&amp; Problem Statement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5486400" cy="448056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Research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512064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0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Attribute-based encryption and blockchain designs for records report calculated primitive costs, not a working file store.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closest file-storage paper reports +320 ms, 98.6% access accuracy and 100% tamper detection without hardware, per-operation timings or tamper methods.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No work found measures browser-side AES-GCM, key wrapping, role checks and a hash-chained audit log on one machine, and reports what the chain does not detect.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486400" cy="4480560"/>
          </a:xfrm>
          <a:prstGeom prst="roundRect">
            <a:avLst>
              <a:gd name="adj" fmla="val 4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Problem statement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51206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Files stored without client-side encryption are readable by the storage provider.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Without role-based control any authenticated user may reach another user's files.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Tampering goes undetected when no integrity check is made on retrieval.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Without audit logs a security incident cannot be reconstructed afterwards.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Need: a store that encrypts before upload, enforces roles, verifies integrity and logs every action.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45920"/>
          <a:ext cx="11155680" cy="435254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57200"/>
                <a:gridCol w="5120640"/>
                <a:gridCol w="5577840"/>
              </a:tblGrid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#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Objective (batch documents)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How it is realised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Registration and authentication with hashed credentials and JWT sessions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bcrypt cost 12; JWT HS256, 120 min; login throttle 20 per 300 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Encrypt every uploaded file with AES-256-GCM before storage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In the browser, fresh 256-bit key and 12-byte IV per file; server stores ciphertext only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Role-based access control with ownership checks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Owner / Editor / Viewer checked on every request in permission_service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Verify integrity on download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GCM tag plus SHA-256 of the plaintext compared in the browser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Structured audit log of uploads, downloads, deletes and denials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Hash-chained audit_logs table with a verify endpoint and screen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Evaluate overhead, access-control correctness and integrity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scripts/measure_metrics.py (browser crypto, API, roles, tampering) and 21 + 17 + 18 + 17 passing checks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2651760" cy="9144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73152" cy="9144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00784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Browser crypto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7627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AES-256-GCM, RSA-2048-OAEP, PBKDF2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645920"/>
            <a:ext cx="2651760" cy="9144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37560" y="1645920"/>
            <a:ext cx="73152" cy="9144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520440" y="1700784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3 roles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17627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Owner / Editor / Viewer, server-enforced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45920"/>
            <a:ext cx="2651760" cy="9144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1645920"/>
            <a:ext cx="73152" cy="9144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55080" y="1700784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SHA-256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17627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plaintext hash + GCM tag on download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645920"/>
            <a:ext cx="2651760" cy="9144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9006840" y="1645920"/>
            <a:ext cx="73152" cy="91440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89719" y="1700784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Hash chain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19" y="217627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tamper-evident audit log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2834640"/>
            <a:ext cx="548640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Register: the browser generates an RSA-2048 key pair; the private key is encrypted with a password-derived key before it is stored.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Upload: the file is hashed, encrypted with a fresh file key, and the key is wrapped with the owner's public key.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Share: the owner unwraps the file key locally and re-wraps it for the recipient; the plaintext key is never sent.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834640"/>
            <a:ext cx="548640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Download: the server checks the role, returns ciphertext plus the caller's wrapped key; the browser decrypts and compares the SHA-256.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Every sensitive action (login, upload, download, share, role change, revoke, delete, denied access) is appended to the chain.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Runs locally with SQLite (PostgreSQL through Docker); ports 8413 (API) and 5413 (UI).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7" name="Picture 6" descr="01_system_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603109"/>
            <a:ext cx="6675120" cy="461190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0" y="1691640"/>
            <a:ext cx="438912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7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Browser (React 19 + Web Crypto API) is the trusted crypto endpoint.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FastAPI backend, port 8413: auth, users, files, sharing and audit routers; 24 endpoints.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Services: permission_service (roles) and audit_service (hash chain).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SQLAlchemy with 4 tables; SQLite by default, PostgreSQL via Docker.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Ciphertext lives in storage/encrypted under random 32-hex names.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storage layer is one small module and can be swapped for object storage.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7" name="Picture 6" descr="02_high_level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13084"/>
            <a:ext cx="6949440" cy="404331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20" y="1691640"/>
            <a:ext cx="41148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1. Register and create keys in the browser.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2. Unlock the vault with the password (PBKDF2 key unlocks the private key).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3. Hash, encrypt and upload.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4. Share by re-wrapping the file key.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5. Download, decrypt and verify the hash.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6. Verify the audit chain at any time; revoke access when needed.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5760720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High-level workflow, from registration to chain verification.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Cryptographic Primitives and Tools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45920"/>
          <a:ext cx="11155680" cy="43891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11680"/>
                <a:gridCol w="9144000"/>
              </a:tblGrid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Item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Detail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 dataset and no learned model. Demo data are 5 fictional files and 3 demo accounts; measurement payloads are random bytes from 1 KiB to 25 MiB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File cipher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AES-256-GCM, fresh 256-bit file key and random 12-byte IV per file, 16-byte tag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Key wrapping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RSA-2048-OAEP (SHA-256); wrapped key is 256 bytes, one copy per authorised user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Private key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PKCS#8 encrypted with AES-256-GCM under a PBKDF2-HMAC-SHA-256 key (120,000 iterations, 16-byte salt)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Integrity / audit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SHA-256 of the plaintext; audit chain SHA-256(prev | time | user | file | action | success | details)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Passwords, sessions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bcrypt cost 12; JWT HS256, 120 minutes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Stack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FastAPI, SQLAlchemy, SQLite / PostgreSQL, React 19, Vite 8, Web Crypto API, Recharts, three.js; pytest and Playwright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Workflow: Roles and the Core Algorithm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7" name="Picture 6" descr="10_flowchart_encrypt_uplo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20" y="1600200"/>
            <a:ext cx="5181599" cy="466344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852160" y="1645920"/>
          <a:ext cx="5852160" cy="3657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03120"/>
                <a:gridCol w="914400"/>
                <a:gridCol w="914400"/>
                <a:gridCol w="914400"/>
                <a:gridCol w="100584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Operation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Owner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Editor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Viewer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Stranger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Read metadata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allow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allow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allow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deny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Download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allow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allow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allow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deny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Replace content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allow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allow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deny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deny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List access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allow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allow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allow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deny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Share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allow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deny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deny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deny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Change role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allow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deny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deny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deny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Revoke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allow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deny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deny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deny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File history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allow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deny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deny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deny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Delete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allow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deny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deny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deny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852160" y="5486400"/>
            <a:ext cx="5852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Roles are resolved per file by permission_service; a denied request returns HTTP 403 and writes an unauthorized_access event. This table is what the live API returned (all 36 cells matched).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- System Interaction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7" name="Picture 6" descr="07_sequence_upload_share_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317" y="1600200"/>
            <a:ext cx="4932484" cy="4663440"/>
          </a:xfrm>
          <a:prstGeom prst="rect">
            <a:avLst/>
          </a:prstGeom>
        </p:spPr>
      </p:pic>
      <p:pic>
        <p:nvPicPr>
          <p:cNvPr id="8" name="Picture 7" descr="08_use_c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724890"/>
            <a:ext cx="5394960" cy="441405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pic>
        <p:nvPicPr>
          <p:cNvPr id="7" name="Picture 6" descr="09_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600200"/>
            <a:ext cx="5699759" cy="4663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0" y="1737360"/>
            <a:ext cx="512064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users: name, unique email, bcrypt hash, public key, encrypted private-key bundle and salt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files: owner, original and stored (random) names, sizes, IV, owner-wrapped file key, plaintext SHA-256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file_permissions: file, user, role (viewer | editor), recipient-wrapped file key; unique (file, user)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audit_logs: time, user, file, action, success, IP, details, previous and current hash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File and user deletion cascade to permissions; audit rows keep their history (foreign keys set to NULL).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Highlights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2651760" cy="9144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73152" cy="9144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00784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24 endpoints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7627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REST API + SPA fallback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645920"/>
            <a:ext cx="2651760" cy="9144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37560" y="1645920"/>
            <a:ext cx="73152" cy="9144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520440" y="1700784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21 tests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17627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pytest, all pass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45920"/>
            <a:ext cx="2651760" cy="9144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1645920"/>
            <a:ext cx="73152" cy="9144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55080" y="1700784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1,184 lines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17627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backend, 20 Python files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645920"/>
            <a:ext cx="2651760" cy="9144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9006840" y="1645920"/>
            <a:ext cx="73152" cy="91440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89719" y="1700784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6,831 lines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19" y="217627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frontend, 39 files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2834640"/>
            <a:ext cx="548640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7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Server validates every upload: 12-byte IV, 64-hex SHA-256, base64 fields, 25 MB limit (HTTP 413).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Stored object has a random 32-hex name; the original name is metadata only.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 share must carry a 256-byte RSA-OAEP value; duplicates return 409.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Login throttle in memory; forged, expired, wrong-secret and alg=none tokens all return 401.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834640"/>
            <a:ext cx="548640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7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Found while measuring: concurrent audit writers fork the chain (read last hash, then commit, no lock).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Whole-file encryption in memory, hence the 25 MB cap; no chunking.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GET /api/audit returns the global event list to any signed-in user.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An editor's update re-encrypts under the existing file key with a fresh IV.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- Cost of the Cryptography (Browser)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2651760" cy="86868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73152" cy="8686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655064"/>
            <a:ext cx="2377440" cy="47777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53.8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04034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AES-256-GCM encrypt, 25 MiB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600200"/>
            <a:ext cx="2651760" cy="86868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37560" y="1600200"/>
            <a:ext cx="73152" cy="86868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520440" y="1655064"/>
            <a:ext cx="2377440" cy="47777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23.8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104034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AES-256-GCM encrypt, 10 MiB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00200"/>
            <a:ext cx="2651760" cy="86868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1600200"/>
            <a:ext cx="73152" cy="86868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55080" y="1655064"/>
            <a:ext cx="2377440" cy="47777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102 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104034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RSA-2048 key generation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600200"/>
            <a:ext cx="2651760" cy="86868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9006840" y="1600200"/>
            <a:ext cx="73152" cy="86868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89719" y="1655064"/>
            <a:ext cx="2377440" cy="47777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32.8 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19" y="2104034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PBKDF2, 120,000 iterations</a:t>
            </a:r>
          </a:p>
        </p:txBody>
      </p:sp>
      <p:pic>
        <p:nvPicPr>
          <p:cNvPr id="23" name="Picture 22" descr="f01_aes_latency_vs_siz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825" y="2606040"/>
            <a:ext cx="5467149" cy="3246120"/>
          </a:xfrm>
          <a:prstGeom prst="rect">
            <a:avLst/>
          </a:prstGeom>
        </p:spPr>
      </p:pic>
      <p:pic>
        <p:nvPicPr>
          <p:cNvPr id="24" name="Picture 23" descr="f08_crypto_primitiv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2750127"/>
            <a:ext cx="5577840" cy="295794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02920" y="589788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Chrome 155, medians; wrapping a file key costs 0.030 ms, unwrapping 0.71 ms; AES-GCM adds 16 bytes per file. Encryption cost grows linearly with size.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- End-to-End Overhead vs Plain Transfer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pic>
        <p:nvPicPr>
          <p:cNvPr id="7" name="Picture 6" descr="f02_e2e_overhe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714500"/>
            <a:ext cx="5943600" cy="297180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0" y="1691640"/>
          <a:ext cx="5120640" cy="1828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188720"/>
                <a:gridCol w="1920240"/>
                <a:gridCol w="201168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Size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Upload enc / plain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Download+decrypt / plain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 KiB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30.4 / 28.9 ms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30.4 / 28.6 ms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 MiB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63.0 / 52.9 ms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61.0 / 51.0 ms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10 MiB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209 / 194 ms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184 / 157 ms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0" y="365760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600"/>
              </a:spcAft>
              <a:buChar char="•"/>
            </a:pPr>
            <a:r>
              <a:rPr sz="125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10 MiB: encryption adds about 14 ms to an upload and 27 ms to a download+decrypt+verify (medians).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25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Encrypted and plain runs used the same endpoint, in a real browser.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029200"/>
            <a:ext cx="111556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6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Host CPU was shared with other sessions: run-to-run spread reached about 3x at 10 MiB, so read these as indicative, not exact.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closest paper reports +320 ms for a 10 MB upload; its hardware and protocol are not published, so the two figures are not compared.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- Access Control and Tamper Evidence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pic>
        <p:nvPicPr>
          <p:cNvPr id="7" name="Picture 6" descr="f05_rbac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46" y="1600200"/>
            <a:ext cx="4868186" cy="3611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5257800"/>
            <a:ext cx="5394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Expected vs observed for 4 principals x 9 operations: 36 of 36 matched. No token is accepted when forged, expired, signed with the wrong secret, or alg=none (all 401); unauthenticated calls return 401.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89320" y="1600200"/>
          <a:ext cx="5760720" cy="36210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023360"/>
                <a:gridCol w="1737360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Tampering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Detected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Ciphertext bit flip (AES-GCM)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2000 / 2000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Audit: Edit details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200 / 200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Audit: Edit action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200 / 200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Audit: Edit success flag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200 / 200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Audit: Edit user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200 / 200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Audit: Edit hash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200 / 200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Audit: Delete a middle entry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199 / 199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Audit: Swap two entries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200 / 200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Audit: Insert a forged entry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200 / 200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Audit: Truncate the tail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 / 199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Audit: rewrite and re-hash every later entry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not detected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989320" y="5806440"/>
            <a:ext cx="5760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Tail truncation and a full re-hash pass the check: the chain has no secret key or external anchor.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Analysis - File Size, Key Derivation, Chain Length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pic>
        <p:nvPicPr>
          <p:cNvPr id="7" name="Picture 6" descr="f04_api_transfer_scal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326" y="1600200"/>
            <a:ext cx="5390147" cy="3200400"/>
          </a:xfrm>
          <a:prstGeom prst="rect">
            <a:avLst/>
          </a:prstGeom>
        </p:spPr>
      </p:pic>
      <p:pic>
        <p:nvPicPr>
          <p:cNvPr id="8" name="Picture 7" descr="f07_chain_verify_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840" y="1600200"/>
            <a:ext cx="5334000" cy="3200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4937760"/>
            <a:ext cx="111556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500"/>
              </a:spcAft>
              <a:buChar char="•"/>
            </a:pPr>
            <a:r>
              <a:rPr sz="125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File size: API upload median 44.5 ms at 1 MiB, 139 ms at 10 MiB, 288 ms at the 25 MB limit; download 177 ms. Above the limit the server returns HTTP 413.</a:t>
            </a:r>
          </a:p>
          <a:p>
            <a:pPr algn="l" marL="256032" indent="-201168">
              <a:spcAft>
                <a:spcPts val="500"/>
              </a:spcAft>
              <a:buChar char="•"/>
            </a:pPr>
            <a:r>
              <a:rPr sz="125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Key derivation: PBKDF2 at 120,000 iterations costs 32.8 ms per unlock; cost scales with the iteration count (the closest paper uses 310,000; not measured here).</a:t>
            </a:r>
          </a:p>
          <a:p>
            <a:pPr algn="l" marL="256032" indent="-201168">
              <a:spcAft>
                <a:spcPts val="500"/>
              </a:spcAft>
              <a:buChar char="•"/>
            </a:pPr>
            <a:r>
              <a:rPr sz="125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Chain length: verification took 27.2 ms for 461 entries and 404 ms for 5,000; it re-walks every entry (no incremental check).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Testing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2651760" cy="86868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73152" cy="86868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655064"/>
            <a:ext cx="2377440" cy="47777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21 / 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04034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pytest tests, 13 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600200"/>
            <a:ext cx="2651760" cy="86868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37560" y="1600200"/>
            <a:ext cx="73152" cy="86868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520440" y="1655064"/>
            <a:ext cx="2377440" cy="47777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17 / 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104034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API end-to-end checks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00200"/>
            <a:ext cx="2651760" cy="86868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1600200"/>
            <a:ext cx="73152" cy="86868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55080" y="1655064"/>
            <a:ext cx="2377440" cy="47777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18 / 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104034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real-browser UI steps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600200"/>
            <a:ext cx="2651760" cy="86868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9006840" y="1600200"/>
            <a:ext cx="73152" cy="86868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89719" y="1655064"/>
            <a:ext cx="2377440" cy="47777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17 / 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19" y="2104034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evaluate.py checks</a:t>
            </a:r>
          </a:p>
        </p:txBody>
      </p:sp>
      <p:pic>
        <p:nvPicPr>
          <p:cNvPr id="23" name="Picture 22" descr="f03_api_laten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615452"/>
            <a:ext cx="5486400" cy="322729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217920" y="2651760"/>
            <a:ext cx="548640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7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Login 308 ms (bcrypt cost 12); a call to /auth/me 6.32 ms; share 37.8 ms; revoke 24.7 ms.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After revoke, the next download returned HTTP 403.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Defect: 100 concurrent failed logins on 4 workers left the chain invalid (first bad entry 5047 of 5145); not fixed.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Not tested: multi-user load, files above 25 MB, Firefox / Safari, PostgreSQL path, Docker build, screen-reader audit.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94360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Median latency per operation over loopback.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the Base Paper and the Closest Architecture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00200"/>
          <a:ext cx="11155680" cy="3657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28800"/>
                <a:gridCol w="2926080"/>
                <a:gridCol w="3108960"/>
                <a:gridCol w="329184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Aspect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Base paper [1]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Closest paper [2]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CipherVault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Health records (EHR)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Cloud file storage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General file store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Encryption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EC dual-attribute encryption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Client-side AES-256 + RSA-2048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Browser AES-256-GCM + RSA-2048-OAEP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Access control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Attribute policies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 roles, 50 users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Owner / Editor / Viewer, 36-cell matrix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Audit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Hyperledger Fabric ledger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Signed log entries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SHA-256 hash chain in the database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Evaluation basis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Calculated from primitive timings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Reported, set-up unspecified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Measured, one host, real browser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Cost reported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~8,506 us total (Pi, x = 5)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+320 ms, 10 MB upload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~14 ms added, 10 MiB upload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Access / tamper result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 dataset or accuracy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98.6% access; 100% tamper (50)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36/36 roles; 8 of 9 audit classes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394960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The three works differ in task, data and conditions, so no score is ranked: the base paper's microsecond figures are calculated from OpenSSL timings on a Raspberry Pi and an HPE server; the closest paper does not publish its hardware or tamper method; CipherVault is measured on a shared desktop. Only the qualitative aims (provider-blind storage, integrity check, revocation, audit) are comparable.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- Dashboard and Encrypted File List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pic>
        <p:nvPicPr>
          <p:cNvPr id="7" name="Picture 6" descr="06_dashboard_7960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253" y="1600200"/>
            <a:ext cx="4842853" cy="34290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8" name="Picture 7" descr="07_my-files_7960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5413" y="1600200"/>
            <a:ext cx="4842853" cy="34290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11480" y="5166360"/>
            <a:ext cx="5486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Dashboard for the demo owner: files, role split and vault-wide audit events per day (demo and measurement activity).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5166360"/>
            <a:ext cx="5486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My files: drop zone (any type, up to 25 MB, encrypted before it leaves the tab) and the owner's files with role badges and actions.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- File Details and Sharing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pic>
        <p:nvPicPr>
          <p:cNvPr id="7" name="Picture 6" descr="08_file-detail_3084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694555"/>
            <a:ext cx="5486400" cy="3240289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8" name="Picture 7" descr="09_share-access_5463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9930" y="1600200"/>
            <a:ext cx="2493818" cy="34290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11480" y="5166360"/>
            <a:ext cx="5486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File detail: sizes, plaintext SHA-256, AES-GCM IV, the access list (owner, editor, viewer) and the owner-only file history, including a denied delete by the viewer.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5166360"/>
            <a:ext cx="5486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Share dialog: the file key is unwrapped and re-wrapped for the recipient in the browser; role can be changed or revoked.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- Audit Log and Security Profile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pic>
        <p:nvPicPr>
          <p:cNvPr id="7" name="Picture 6" descr="10_audit-log_7960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253" y="1600200"/>
            <a:ext cx="4842853" cy="34290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8" name="Picture 7" descr="11_security_7960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5413" y="1600200"/>
            <a:ext cx="4842853" cy="34290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11480" y="5166360"/>
            <a:ext cx="5486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Audit log: hash-chained events with success or failure and a Verify audit chain button (chain valid, 226 entries at capture time).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5166360"/>
            <a:ext cx="5486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Security profile: key status (public key registered, private key stored encrypted, unlocked in memory) and the five protections.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572768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CipherVault is a working, tested secure file store: encryption is cheap, roles behaved exactly as specified, and the audit chain detects most tampering, but not truncation or a full rewrite.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2377440"/>
          <a:ext cx="11155680" cy="332841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57200"/>
                <a:gridCol w="4114800"/>
                <a:gridCol w="6583680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#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Objective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Outcome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Registration, bcrypt, JWT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AES-256-GCM before storage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Met, in the browser; 2000/2000 bit flips rejected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RBAC with ownership checks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Met: 36/36 matrix cells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Integrity on download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Met: GCM tag and SHA-256 compared in the browser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Audit log of actions and denials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Met with limits: 8 of 9 tamper classes caught; concurrent writers fork the chain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Evaluation of overhead, access control, integrity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Met on one shared host; indicative timings, no user study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80644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Key finding: the cost of client-side encryption is small next to network and API time; the weak point is audit integrity, not confidentiality.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Scope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5486400" cy="45720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Known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512064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600"/>
              </a:spcAft>
              <a:buChar char="•"/>
            </a:pPr>
            <a:r>
              <a:rPr sz="135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Audit chain: tail truncation and a full re-hash undetected; concurrent writers fork it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35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Revocation cannot recall a key or ciphertext already downloaded; no re-keying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35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server ships the JavaScript that does the crypto (MEGA-style trust)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35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Clear metadata (name, size, type, owner, time); password loss means data loss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35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No MFA; JWT in sessionStorage; in-memory login throttle; whole-file encryption, 25 MB cap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35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Timings from one shared host; no user study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486400" cy="4572000"/>
          </a:xfrm>
          <a:prstGeom prst="roundRect">
            <a:avLst>
              <a:gd name="adj" fmla="val 4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Future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512064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600"/>
              </a:spcAft>
              <a:buChar char="•"/>
            </a:pPr>
            <a:r>
              <a:rPr sz="135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Sign chain entries or anchor the head hash externally; serialise audit writes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35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Re-key the file on revoke; chunked encryption for large files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35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TOTP multi-factor sign-in; higher PBKDF2 iterations; HttpOnly cookies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35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Restrict GET /api/audit to a user's own events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35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Object storage and key-management service; PostgreSQL load test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35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Subresource integrity or a signed web app to reduce the served-JS risk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54864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[1] A. Nekouie, M. Vafaei Jahan, M. H. Moattar and R. Sheibani, "Secure electronic health record access control via blockchain, dual-attribute encryption, and large language model-based attribute extraction," Scientific Reports, vol. 16, art. no. 8673, 2026, doi: 10.1038/s41598-026-39690-2.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[2] G. Sowmiya, R. Nivas and E. Vikram, "Secure cloud file storage architecture with client-side encryption and access control," Int. J. Eng. Develop. Res. (IJEDR), vol. 14, no. 2, pp. 576-579, Apr. 2026, paper IJEDR2602501.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[6] P. Thenmozhi, V. D. Saralesh and R. Sakthi, "Geocrypt: Location-based secure file encryption and access control," ITM Web of Conferences, vol. 82, art. no. 03019, 2026, doi: 10.1051/itmconf/20268203019.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[7] E. Saginayev, A. Niyazov, A. Razaque, Zh. Kalpeyeva and A. Urazgaliyeva, "Secure file storage on cloud using hybrid cryptography," Computing &amp; Engineering, vol. 2, no. 2, pp. 1-7, 2024, doi: 10.51301/ce.2024.i2.01.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[8] M. Backendal, M. Haller and K. G. Paterson, "MEGA: Malleable encryption goes awry," in Proc. IEEE Symp. Security and Privacy (SP), 2023, pp. 146-163.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[10] E.-J. Goh, H. Shacham, N. Modadugu and D. Boneh, "SiRiUS: Securing remote untrusted storage," in Proc. Network and Distributed System Security Symp. (NDSS), 2003.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[11] M. Kallahalla, E. Riedel, R. Swaminathan, Q. Wang and K. Fu, "Plutus: Scalable secure file sharing on untrusted storage," in Proc. 2nd USENIX Conf. File and Storage Technologies (FAST), San Francisco, CA, USA, 2003, pp. 29-42.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[15] D. F. Ferraiolo, R. Sandhu, S. Gavrila, D. R. Kuhn and R. Chandramouli, "Proposed NIST standard for role-based access control," ACM Trans. Inf. Syst. Secur., vol. 4, no. 3, pp. 224-274, Aug. 2001, doi: 10.1145/501978.501980.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[21] M. Dworkin, "Recommendation for block cipher modes of operation: Galois/Counter Mode (GCM) and GMAC," NIST Special Publication 800-38D, Nov. 2007.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[24] K. Moriarty, Ed., B. Kaliski, J. Jonsson and A. Rusch, "PKCS #1: RSA cryptography specifications version 2.2," IETF RFC 8017, Nov. 2016.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[26] K. Moriarty, Ed., B. Kaliski and A. Rusch, "PKCS #5: Password-based cryptography specification version 2.1," IETF RFC 8018, Jan. 2017.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[28] N. Provos and D. Mazieres, "A future-adaptable password scheme," in Proc. USENIX Annual Technical Conf., Monterey, CA, USA, Jun. 1999, pp. 81-92.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[29] M. Jones, J. Bradley and N. Sakimura, "JSON Web Token (JWT)," IETF RFC 7519, May 2015.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[30] M. Watson, Ed., "Web Cryptography API," W3C Recommendation, Jan. 26, 2017. [Online]. Available: https://www.w3.org/TR/2017/REC-WebCryptoAPI-20170126/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[31] B. Schneier and J. Kelsey, "Secure audit logs to support computer forensics," ACM Trans. Inf. Syst. Secur., vol. 2, no. 2, pp. 159-176, May 1999.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[32] S. A. Crosby and D. S. Wallach, "Efficient data structures for tamper-evident logging," in Proc. 18th USENIX Security Symp., Montreal, QC, Canada, Aug. 2009, pp. 317-334.</a:t>
            </a:r>
          </a:p>
          <a:p>
            <a:pPr algn="l">
              <a:spcAft>
                <a:spcPts val="400"/>
              </a:spcAft>
            </a:pPr>
            <a:r>
              <a:rPr sz="1000" b="0" i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full numbered list of 34 references is in the report.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27432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Suggestions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C13  |  Final Review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ipherVault">
  <a:themeElements>
    <a:clrScheme name="CipherVault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ipherVault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ipherVaul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File Storage System with Encryption and Role-Based Access Control (RBAC) - Final Review</dc:title>
  <dc:subject>CipherVault</dc:subject>
  <dc:creator>Batch C13, Dept. of CSE, TKRCET</dc:creator>
  <cp:lastModifiedBy>Batch C13, Dept. of CSE, TKRCET</cp:lastModifiedBy>
  <cp:revision>1</cp:revision>
  <dcterms:created xsi:type="dcterms:W3CDTF">2026-10-07T05:03:03Z</dcterms:created>
  <dcterms:modified xsi:type="dcterms:W3CDTF">2026-10-07T05:03:03Z</dcterms:modified>
  <dc:description/>
  <cp:keywords>secure file storage, AES-256-GCM, RSA-OAEP, role-based access control, audit log</cp:keywords>
</cp:coreProperties>
</file>