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SymptoTrackAI, implemented as the CareLens AI web application, is designed and built: data, models,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access and misinformation problem, our hybrid approach, and how the base paper relates (same idea, no numbers, fewer components).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routes live in app/routes. The RAG pipeline is one class in app/rag/pipeline.py; each stage is its own module so it can be tested alone. Storage is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design principles: one pipeline, honest fallbacks, and numbers that come from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the knowledge base is synthetic and written by the team, not clinically reviewed, and all records of a condition share one description and guidance text. That makes retrieval of the condition easy and is why every probe set here is also team-written and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expansion is rule based. On our lay-language probes top-1 was 0.967 with it and 1.000 without it, so the term HyDE is used loosely here and the benefit is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pre-trained components with separate jobs. Nothing is fine-tuned in this project; the contribution is the pipeline, the safety layer and the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Settings are read from app/config.py. The fusion weights were not tuned, and the expansion shows no gain in our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safety layer is software rules, not a clinical triage model. We measure it later: it catches literal wording and misses paraphrases. The 100 percent relevance is a display artefact we also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the symptom text becomes a retrieval query, the records are fused and reranked, the answer is checked by the safety layer and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tables. Each consultation is a frozen snapshot of the answer and its evidence; users can only read or delete their own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3.11.9 on Windows. Everything is open source; the transformers 5 line matters later: it removed the task the generator relies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gaps: trends over time, a real knowledge base and a clinician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headline numbers, each with its protocol. Shipped protocol 1.00 is an upper bound; leave-one-out 0.967; two random symptoms 0.881; lay language 0.967. BM25 alone is already strong (0.883 on lay language).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application. The answer text is the evidence-based fallback; the evidence card shows record symptoms, guidance and red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ran against the real pipeline with real models. The observations come from measuring, and each is documented rather than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design choice or by measuring it and saying so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 and beyond. The first two items address the biggest honest gaps: the synthetic base and team-made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BM25 plus dense; why the answer is not diagnosis; what the 100 percent on the About page means; what the safety layer cannot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SymptoTrackAI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SymptoTrackAI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local hybrid RAG pipeline from symptom text to a grounded, safety-checked answer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Mariyada Karthika Reddy  23K91A05E9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Nacharam Akshaya  23K91A05G6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Madoori Prabath Teja  23K91A05D6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Pulimadhi Keerthan  23K91A05K1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Dr. Ch. B. Naga Lakshmi,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C12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knowledge 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People turn to web search or general chatbots for symptoms and get generic, frightening or ungrounded answers, with no source shown and no record of earlier episodes.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Retrieve matching medical records with FAISS and BM25, fuse and rerank them, build the answer only from those records, flag emergencies by rules and save each consultation privately.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Madhury and Ramesh combine RAG, FAISS and a web app with a stored log but report no numbers. We keep the product idea, add BM25, a reranker, safety rules and measurements. Results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959" y="1188720"/>
            <a:ext cx="5689600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0" y="1371600"/>
            <a:ext cx="42976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19 and Vite web app (port 5412), 8 pages.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FastAPI (port 8412), 10 routes: auth, chat, history, about, health.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RAG pipeline: nine modules under app/rag, loaded once as a lazy singleton.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Data: SQLite (users, consultations), FAISS and BM25 index files, the knowledge base JSON and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Symptom text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HyDE-style expansion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FAISS + BM25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Fusion 0.65 / 0.35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Cross-encoder rerank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Grounded answer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Safety +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One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Pipeline.answer() runs every stage in order, so the web app, the tests and the measurement script exercise the same code.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Graceful fallbacks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No MiniLM: TF-IDF embeddings. No reranker: hybrid order. No generator: an evidence-based answer. The app keeps working offline.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Measured, not typed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scripts/measure_metrics.py writes every reported number to docs/metrics/metrics.json; figures are regenerated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and probe sets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records in the knowledge 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conditions, 4 to 6 records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distinct symptom phrases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description / guidance pairs: one per condition</a:t>
            </a:r>
          </a:p>
        </p:txBody>
      </p:sp>
      <p:pic>
        <p:nvPicPr>
          <p:cNvPr id="42" name="Picture 41" descr="f07_kb_compos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71" y="2651760"/>
            <a:ext cx="5685576" cy="3200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58000" y="269748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No public symptom-disease dataset was available, so prepare_data.py writes a hand-made table of 30 conditions with six random symptom-subset variants each (seed 42). It is labelled synthetic in every record.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Severity mix: 88 moderate, 36 low, 28 high, 24 emergency records.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Probe sets written by the team: 60 lay-language descriptions (2 per condition), 15 out-of-base complaints, 40 emergency and 30 non-emergency texts.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978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Records per condition and severity of the synthetic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query expansion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10_flowchart_retri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870" y="1234440"/>
            <a:ext cx="4152899" cy="4983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32320" y="1371600"/>
            <a:ext cx="44805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1  Knowledge base: lower-case symptoms, collapse spaces, drop duplicates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2  Each record becomes 'Disease: .. Symptoms: .. Description: .. Guidance: ..'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3  Query: lower-case, collapse whitespace, ? ! ; become full stops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4  Split on commas, 'and', 'with'; keep up to 8 fragments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5  Wrap in a fixed 'medical symptom presentation' template (HyDE-style)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</a:rPr>
              <a:t>6  Embed and search the original text plus the template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475569"/>
                </a:solidFill>
              </a:rPr>
              <a:t>Honest finding: the template is not a model, and removing it scored as high or higher in every set we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383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5486400"/>
                <a:gridCol w="3410712"/>
              </a:tblGrid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Dense 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all-MiniLM-L6-v2, 384-d, normalised, FAISS IndexFlatIP (exact); TF-IDF 384-d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semantic similarity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Lexical 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BM25Okapi (rank-bm25) over [a-z0-9] tokens of the record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exact symptom 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Reranker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cross-encoder/ms-marco-MiniLM-L-6-v2 on 15 query-record pairs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precision at the top 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google/flan-t5-small via transformers, 220 new tokens, greedy; evidence-based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grounded answer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5166360"/>
            <a:ext cx="347472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51663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525780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802782"/>
            <a:ext cx="320040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embedding dimensions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5166360"/>
            <a:ext cx="347472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97680" y="51663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8848" y="525780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802782"/>
            <a:ext cx="320040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models trained: all four are used pre-trained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166360"/>
            <a:ext cx="359359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46720" y="51663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47888" y="5257800"/>
            <a:ext cx="331927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No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5802782"/>
            <a:ext cx="331927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everything runs on a CPU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configuration and parameter analysis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Candidates and 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15 per retriever, fused, 5 records kept after the cross-encoder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Fusion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min-max per retriever, then 0.65 x semantic + 0.35 x lexical (environment-configurable)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Relevance label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reranker score min-max over the pool; Strong &gt;= 0.66, Moderate &gt;= 0.33, else Weak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query 3 to 2,000 characters; session token 1,440 minutes; HS256 cookie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12th Gen Intel Core i5-12500 (6 cores / 12 threads), no GPU, 15.7 GB RAM; Python 3.11.9; no training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09_hyde_eff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123" y="4434840"/>
            <a:ext cx="3499673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0" y="4572000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Parameter check: expansion on or off. Lay-language top-1 0.967 with it and 1.000 without; two-symptom queries 0.881 and 0.898. The weights 0.65 / 0.35 were taken from the project configuration and not tuned.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safety layer and relevance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1_safety_decision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8953"/>
            <a:ext cx="4754880" cy="50401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Emergency.</a:t>
            </a:r>
            <a:r>
              <a:rPr sz="1600" b="0" i="0">
                <a:solidFill>
                  <a:srgbClr val="0F172A"/>
                </a:solidFill>
              </a:rPr>
              <a:t> 10 regex rules (chest pain, breathing, bleeding, unconsciousness, stroke signs, allergic reaction, self-harm, sudden neurological signs, seizure, severe abdominal pain) prepend an urgent notice.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Caution.</a:t>
            </a:r>
            <a:r>
              <a:rPr sz="1600" b="0" i="0">
                <a:solidFill>
                  <a:srgbClr val="0F172A"/>
                </a:solidFill>
              </a:rPr>
              <a:t> 6 keywords such as pregnant, infant, bleeding show a caution banner.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Filter.</a:t>
            </a:r>
            <a:r>
              <a:rPr sz="1600" b="0" i="0">
                <a:solidFill>
                  <a:srgbClr val="0F172A"/>
                </a:solidFill>
              </a:rPr>
              <a:t> Five banned phrases (take ibuprofen, dosage, prescribe ...) are replaced in the answer text.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Relevance.</a:t>
            </a:r>
            <a:r>
              <a:rPr sz="1600" b="0" i="0">
                <a:solidFill>
                  <a:srgbClr val="0F172A"/>
                </a:solidFill>
              </a:rPr>
              <a:t> Reranker scores are min-max scaled, so the top record always reads 100%.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Always.</a:t>
            </a:r>
            <a:r>
              <a:rPr sz="1600" b="0" i="0">
                <a:solidFill>
                  <a:srgbClr val="0F172A"/>
                </a:solidFill>
              </a:rPr>
              <a:t> A non-diagnosis disclaimer on every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5120640" cy="512064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280160"/>
          <a:ext cx="5148072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53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query_expansion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normalise + template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MiniLM / TF-IDF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faiss_store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exact inner-product 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bm25_store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lexical 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hybrid_retriever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min-max fusion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reranker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cross-encoder, relevance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Flan-T5 / fallback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safety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rules + answer filter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orchestration,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801" y="1234440"/>
            <a:ext cx="5189837" cy="3840480"/>
          </a:xfrm>
          <a:prstGeom prst="rect">
            <a:avLst/>
          </a:prstGeom>
        </p:spPr>
      </p:pic>
      <p:pic>
        <p:nvPicPr>
          <p:cNvPr id="27" name="Picture 26" descr="06_uml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630" y="1188720"/>
            <a:ext cx="4305300" cy="5166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2578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Two SQLite tables: users and consultations (one user, many consultations, cascade delete). A consultation stores the retrieved evidence as JSON text, so history never depends on the index.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16559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3.11.9, FastAPI 0.159.1, Uvicorn, Pydantic v2, SQLAlchemy 2.1.6, SQLite, bcrypt, PyJWT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sentence-transformers 6.2.0 (all-MiniLM-L6-v2, cross-encoder), faiss-cpu 1.15.1, rank-bm25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PyTorch 2.14.1+cpu, Transformers 5.20.2, google/flan-t5-small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Data and ML utilities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scikit-learn 1.9.1 (TF-IDF fallback, metrics), NumPy, pandas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Vite 8, react-router 7, Recharts, Framer Motion, GSAP (port 5412)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pytest, FastAPI TestClient, smoke-test script, Playwright browser walk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Packaging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run.bat (venv, install, index build, both servers); Dockerfile + docker-compose with nginx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600200"/>
                <a:gridCol w="528523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Knowledge base and indexes (FAISS, BM25)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176 records, 30 conditions; synthetic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Hybrid retrieval, fusion and cross-encoder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lay-language top-1 0.967 (n = 60)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Answer 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1 defect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Flan-T5 output echoes its prompt (30/30); fallback answer 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Safety rules and filter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27/40 emergencies flagged; paraphrases 0/12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Accounts, history, search, delete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22 of 22 smoke checks; 21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React web app and legacy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8 pages, dark mode, mobile layout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Trends and progression over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history list only; no timeline or trend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Real medical knowledge base,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synthetic base; no clinician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lay-language top-1, shipped pipeline (n = 60)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88.1%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two-symptom queries, leave-one-out (n = 176)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81.7%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same probes with the offline TF-IDF fallback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emergency recall (paraphrases 0 of 12)</a:t>
            </a:r>
          </a:p>
        </p:txBody>
      </p:sp>
      <p:pic>
        <p:nvPicPr>
          <p:cNvPr id="42" name="Picture 41" descr="f02_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53" y="2651760"/>
            <a:ext cx="5195013" cy="2926080"/>
          </a:xfrm>
          <a:prstGeom prst="rect">
            <a:avLst/>
          </a:prstGeom>
        </p:spPr>
      </p:pic>
      <p:pic>
        <p:nvPicPr>
          <p:cNvPr id="43" name="Picture 42" descr="f03_protoco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247" y="2651760"/>
            <a:ext cx="4752944" cy="29260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The shipped 100% on the About page counts held-out records that are still in the index; removing them gives 0.967 (n = 30). Probes are written by the team on a synthetic base, so these are pipeline measurements, not clinical accuracy; not comparable with the base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c12_deck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9" y="1143000"/>
            <a:ext cx="4962441" cy="25603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c12_deck_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179" y="1143000"/>
            <a:ext cx="4962441" cy="25603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c12_deck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079" y="3794760"/>
            <a:ext cx="4253521" cy="21945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9" name="Picture 28" descr="c12_deck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639" y="3794760"/>
            <a:ext cx="4253521" cy="21945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Top: answer and evidence card for a fever query. Bottom: emergency banner for chest pain, and the consultation history. All captured from the running app.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 /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22 /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 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console errors in the browser walk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0.74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/api/chat with the local generator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60720"/>
                <a:gridCol w="5330952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Out-of-base complaints (tooth ache, sprained ankle ...) still read 'Strong match' at 100%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Documented; the raw reranker score separates them (AUROC 1.0), a fix is listed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Flan-T5 'answer' is the prompt itself under transformers 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Recorded as a defect; fallback answer used for the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Safety rules miss paraphrased emergencies and fire on negated or historical mentions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Stated limit; measured on 40 + 30 probes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No open symptom-disease dataset could be 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Synthetic, labelled base; every metric states it; ceiling effects explained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Library drift: transformers 5 removed text2text-generation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Defect measured (30 of 30 echoes); evidence-based fallback keeps answers usable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CPU latency: the cross-encoder dominates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Measured 555 ms of a 484 ms answer; caching and a smaller pool are next 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Relevance shown to the user is relative, not absolute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Measured with out-of-base queries; raw scores kept for a calibrated display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Safety rules are literal regular expressions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Reported recall by wording; synonyms, negation and a classifier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Real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Replace the synthetic base with a licensed medical source and have a clinician review conditions and guidance.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Independent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Test with queries written by people outside the team and report top-k with confidence intervals.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defects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Load Flan-T5 directly for transformers 5, show a calibrated relevance, handle negation and paraphrase in the safety layer.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Track over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Add a symptom timeline and trend view over the stored consultations, as the base paper's gap statement 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mptoTrackAI">
  <a:themeElements>
    <a:clrScheme name="SymptoTrack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ymptoTrack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ymptoTrack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SymptoTrackAI: Hybrid RAG Based Symptom Tracking and Health Monitoring System: Review 2</dc:title>
  <dc:subject>Batch C12 (CSE-C)</dc:subject>
  <dc:creator>Mariyada Karthika Reddy, Nacharam Akshaya, Madoori Prabath Teja, Pulimadhi Keerthan</dc:creator>
  <cp:lastModifiedBy/>
  <cp:revision>1</cp:revision>
  <dcterms:created xsi:type="dcterms:W3CDTF">2026-10-13T12:40:05Z</dcterms:created>
  <dcterms:modified xsi:type="dcterms:W3CDTF">2026-10-13T12:40:05Z</dcterms:modified>
  <cp:keywords>hybrid RAG, symptom monitoring, FAISS, BM25, cross-encoder, healthcare chatbot</cp:keywords>
  <dc:description/>
</cp:coreProperties>
</file>