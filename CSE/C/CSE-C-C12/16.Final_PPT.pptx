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project: SymptoTrackAI, implemented as the CareLens AI web application, a local hybrid RAG assistant for symptoms.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problem, then the system in one breath. Give each number with its protocol and end on the honest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Madhury and Ramesh, IJERST 2026. We adopt the product idea and the web-app modules; the paper gives no numbers, so nothing can be compared quantitatively.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Representative work: chatbots, RAG over books and hospital manuals, a guideline-grounded demo and HyDE. Three survey items could not be verified and are flagged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gaps drawn from the survey. We address 1 to 4 and 6 directly; trend analysis (5) is only partly addressed.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statement has three parts: ground the answer, warn on emergencies, and keep an inspectable private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of the proposal. The conclusion states the real status of each: 5 is not met beyond storage, 4 and 6 only partly.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proposed system as one line of boxes and the design rules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Layers and storage; all analysis runs on the local machine, with no paid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and the measurements added on top of the shipped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frank about the data: synthetic and written by the team. It makes the condition easy to find and the metrics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algorithm, in app/rag/pipeline.py.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chat request and the use cases of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SQLite tables plus file-based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Highlights: accounts and isolation, validation, degradation paths and one-command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 language: BM25 0.883, dense 0.900, hybrid 0.900, hybrid plus cross-encoder 0.967. Two random symptoms are harder: 0.881. The reranker helps most; the expansion template does 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confusion matrix of the shipped pipeline on the lay-language probes: errors are common cold read as allergic rhinitis and typhoid read as appendicitis. The right figure shows how the protocol changes the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honest defects of the display and the safety layer, both measured with author-written probes.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cross-encoder is the dominant stage; Flan-T5 adds about 0.4 s per answer and, under transformers 5, returns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plainly that the base paper has no numbers; the comparison is of what each system does, not of how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running app. The answer is built from retrieved records; the evidence cards show what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right screenshot is a failure case shown on purpose: with transformers 5 the generator returns its own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product itself says the shipped metrics are an upper bound; the history shows the relevance display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 and which were not, and what was never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Concrete next steps, ordered by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SymptoTrackAI: Hybrid RAG Based Symptom Tracking and Health Monitoring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SymptoTrackAI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C12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23K91A05E9   Mariyada Karthika Reddy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23K91A05G6   Nacharam Akshaya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23K91A05D6   Madoori Prabath Teja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23K91A05K1   Pulimadhi Keerthan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Ch. B. Naga Lakshmi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Knowledge Base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Workflow, Interaction &amp; Storage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Retrieval, Confusion Matrix, Safety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Delayed diagnosis and limited access push people to web search and general chatbots, which give ungrounded answers and keep no record of how symptoms evolve.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SymptoTrackAI, built as the CareLens AI web app, expands a symptom description, retrieves records with FAISS (MiniLM) and BM25, fuses them 0.65 / 0.35, reranks with a cross-encoder and builds the answer only from the retrieved records, with rule-based emergency warnings and a private consultation history.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On a synthetic 176-record, 30-condition base the shipped pipeline puts the right condition first for 96.7% of 60 team-written lay-language probes and 88.1% of two-symptom queries (leave-one-out). The shipped 100% figure is an upper bound.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Emergency rules flag 27 of 28 literally worded cases but 0 of 12 paraphrases; the local Flan-T5 generator echoes its prompt (30 of 30); relevance always shows 100%.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full answer takes about 0.4 s (fallback answer) or 0.7 s (Flan-T5) on a CPU. 9 of 9 tests and 22 of 22 smoke checks pass.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trend analysis over time, a real medical knowledge base, clinician review, a user study.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U. S. Madhury and M. Ramesh, "A hybrid retrieval-augmented generation framework for intelligent symptom monitoring and disease guidance," Int. J. Eng. Res. Sci. Technol., vol. 22, no. 3, pp. 702-707, 2026, doi: 10.62643/ijerst.2026.v22.n3.4170.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468880"/>
          <a:ext cx="11155680" cy="34015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93268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a hybrid RAG framework for intelligent symptom monitoring and disease guidance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Sequence-NQ transformer embeddings of a symptom-disease knowledge base, FAISS similarity search, RAG generation of guidance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 symptom-disease dataset with advice, de-duplicated and indexed; size and source not stated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Registration, login, chatbot symptom analysis and a stored consultation log (health log) for continued monitoring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accuracy, recall, latency or ablation figures; 'experimental observations' only, one example (symptoms leading to Typhoid)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None; future work lists a larger knowledge base, multilingual and multimodal support, cloud deployment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640080"/>
                <a:gridCol w="4297680"/>
                <a:gridCol w="3931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Data / finding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Madhury &amp; Ramesh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Sequence-NQ embeddings + FAISS + RAG over a symptom-disease base; login, history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numbers reported; one Typhoid example; no ablation or 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Divya et al.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AI self-diagnosis chatbot for symptom conversations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Described in [1] as effective; no figures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Hsu &amp; Yu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Machine learning + natural-language understanding medical chatbot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Better than rule-based chatbots per [1]; no figures read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Babu &amp; Boddu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BERT-based medical chatbot for query understanding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Ungrounded generation; no retrieval of sources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Peri et al.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RAG chatbot that chats with medical books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Grounds answers in retrieved text; no symptom log or safety layer 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Son et al. [5]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RAG chatbot over hospital EMR manuals, fine-tuned BGE-M3 / E5 embeddings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5,931 pairs; 97.6% / 89.7% retrieval accuracy; &lt;10 ms; admin, not symptoms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Nananukul &amp; Kejriwal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ClinicBot: guideline extraction, evidence priority, citations (diabetes)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System demonstration; no accuracy table; one disease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Gao et al. HyDE [20]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LLM writes a hypothetical answer that is embedded for 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Needs an LLM; here replaced by a fixed template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base paper reports no accuracy, recall or latency, so its retrieval quality is unverified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It uses dense search only: exact symptom words are not matched lexically and nothing is reranked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General medical chatbots rarely show which retrieved record supports each answer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Emergency wording needs a safety layer that a retrieval-only chatbot does not provide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Consultations are stored, but progression and trends over time are not analysed</a:t>
            </a:r>
          </a:p>
          <a:p>
            <a:pPr algn="l" marL="256032" indent="-201168">
              <a:spcAft>
                <a:spcPts val="1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student-deployable tool joins hybrid retrieval, safety escalation and a private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1155680" cy="210312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Self-diagnosis through general web search yields inaccurate and frightening results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General chatbots answer from public data with no medical grounding or citation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Symptoms are recorded as isolated events, so progression over time is never visible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 ungrounded health answer can cause real harm if acted upon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Need: an assistant that answers only from a curated knowledge base, cites it and keeps a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Symptoms in everyday language, 3 to 2,000 characters, from a signed-in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484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Evidence-backed answer, possible-condition cards, safety flag, relevance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114800"/>
            <a:ext cx="3566160" cy="1554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79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663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Private consultation history: search, open, 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1.  Build a curated medical knowledge base and index it for semantic retrieval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2.  Accept symptoms in natural language and expand the query to improve recall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3.  Implement hybrid retrieval combining dense vector search with neural reranking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4.  Generate grounded responses that cite the retrieved source for every statement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5.  Track reported symptoms over time to reveal progression and trends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6.  Evaluate retrieval relevance, answer groundedness and response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Symptom 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3746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3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Expand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260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93207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FAISS + BM25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774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8352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Fuse + rerank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2892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83496" y="1783080"/>
            <a:ext cx="1975103" cy="10058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+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Normalise the symptom text and expand it with a local HyDE-style template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Retrieve candidates twice: MiniLM semantic search in FAISS and BM25 lexical search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Fuse the min-max normalised scores 0.65 semantic + 0.35 lexical, then rerank with a cross-encoder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Build the answer only from the retrieved records, with evidence cards and a safety filter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Flag emergencies with rules and store every consultation privately per user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assistant gives information, never a diagnosis: every screen carries the disclaimer.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45920"/>
            <a:ext cx="5181599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828800"/>
            <a:ext cx="3291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app: React + Vite, port 5412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FastAPI, port 8412, 10 routes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RAG: expansion, FAISS, BM25, fusion, rerank, generator, safety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 (users, consultations), index files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Local first: no symptom text leaves the machine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Normalise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30690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2714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HyDE template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50484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2508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FAISS + BM25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70278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62302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Fusion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0073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82097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Cross-encoder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09867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01891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029661" y="216712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21685" y="1737360"/>
            <a:ext cx="1436914" cy="10972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Safety +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Nothing is trained: MiniLM, the MS-MARCO cross-encoder and Flan-T5 are used as published; the work is the pipeline, the safety layer and the measurement.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Retrieval measured on five query sets: shipped protocol (30), leave-one-out (30 and 176), two random symptoms (176) and 60 team-written lay-language probes.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Seven configurations compared: BM25, dense, hybrid, hybrid + rerank (shipped), shipped without expansion, and two TF-IDF offline modes.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Safety layer probed with 40 emergency and 30 non-emergency texts; displayed relevance probed with 15 out-of-base complaints.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Every number is written by scripts/measure_metrics.py to docs/metrics/metrics.json.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Models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9422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records, synthetic (seed 42)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4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834640"/>
            <a:ext cx="73152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9150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conditions, 4 to 6 records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73152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986783"/>
            <a:ext cx="2377440" cy="5280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384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8789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embedding dimensions (MiniLM)</a:t>
            </a:r>
          </a:p>
        </p:txBody>
      </p:sp>
      <p:pic>
        <p:nvPicPr>
          <p:cNvPr id="19" name="Picture 18" descr="f07_kb_com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934" y="1691640"/>
            <a:ext cx="4223570" cy="237744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321040" y="1737360"/>
          <a:ext cx="347472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103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Choice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Dense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all-MiniLM-L6-v2 + FAISS flat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Lexical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BM25Okapi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Rerank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ms-marco MiniLM cross-encoder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Answer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Flan-T5-small / fallback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383280" y="416052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Severity: 88 moderate, 36 low, 28 high, 24 emergency records.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All records of a condition share one description and guidance text (30 distinct pairs), so retrieving the condition is easy.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public dataset was used; the base is team-written and not clinically reviewed.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Each record is searched as 'Disease: .. Symptoms: .. Description: .. Guidance: ..'.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10_flowchart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39" y="1645920"/>
            <a:ext cx="3886200" cy="4663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1783080"/>
            <a:ext cx="58521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Query and template are embedded; FAISS returns the 15 nearest records.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BM25 scores the same text lexically and returns 15 records.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Each list is min-max scaled; fused = 0.65 x semantic + 0.35 x lexical.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cross-encoder scores the 15 query-record pairs; the top 5 are kept and the scores are min-max scaled for display.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answer is built from those records; rules check the query and filter the answer.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7_sequence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1645920"/>
            <a:ext cx="3886200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140610"/>
            <a:ext cx="4480560" cy="3674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49" y="1645920"/>
            <a:ext cx="5560540" cy="41148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737360"/>
          <a:ext cx="4572000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Content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table 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id, unique email, bcrypt hash, created_at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table consultations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query, answer, top condition, evidence JSON, score, flag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knowledge_base.json/csv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176 synthetic records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faiss.index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384-d flat inner-product 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bm25.json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tokenised corpus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records.json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records aligned with the index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521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 consultation keeps its evidence as JSON text, so history stays readable even if the knowledge base is rebuilt; deleting a user cascades to the rows.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73736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 + 22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+ smoke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3736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React pages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73736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9222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2074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lines of backend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111556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Accounts: bcrypt hashing, HS256 token in an httponly cookie (1,440 minutes), per-user history isolation checked by a test (404 for another user's record).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Validation: query 3 to 2,000 characters; Pydantic schemas; clear errors for 401, 400, 422, 503 and 500.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Graceful degradation: MiniLM missing -&gt; TF-IDF vectors; reranker missing -&gt; hybrid order; generator missing -&gt; evidence-based answer.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History with search, detail and delete (with confirmation); light and dark themes; one command starts both servers (run.bat); Docker + nginx variant.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Retrieval Configurations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96.7%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pipeline, lay language (n = 60)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058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88.1%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two random symptoms (n = 176)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BM25 alone, lay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0584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0584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532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75027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offline TF-IDF mode, lay language</a:t>
            </a:r>
          </a:p>
        </p:txBody>
      </p:sp>
      <p:pic>
        <p:nvPicPr>
          <p:cNvPr id="23" name="Picture 22" descr="f02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521" y="2834640"/>
            <a:ext cx="5357357" cy="3017520"/>
          </a:xfrm>
          <a:prstGeom prst="rect">
            <a:avLst/>
          </a:prstGeom>
        </p:spPr>
      </p:pic>
      <p:pic>
        <p:nvPicPr>
          <p:cNvPr id="24" name="Picture 23" descr="f09_hyde_eff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029" y="2834640"/>
            <a:ext cx="3976901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06640" y="512064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Dropping the HyDE-style template scores 1.000 on lay language against 0.967 shipped; Wilson 95% interval of the shipped result 88.6-99.1%.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Top-1 condition accuracy. The base is synthetic and the probes are team-written: these show how the components behave, not clinical accuracy.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Evaluation Protocol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7" name="Picture 6" descr="f01_lay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08" y="1691640"/>
            <a:ext cx="4400863" cy="4206240"/>
          </a:xfrm>
          <a:prstGeom prst="rect">
            <a:avLst/>
          </a:prstGeom>
        </p:spPr>
      </p:pic>
      <p:pic>
        <p:nvPicPr>
          <p:cNvPr id="8" name="Picture 7" descr="f03_protoco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502" y="1691640"/>
            <a:ext cx="4901474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4800600"/>
            <a:ext cx="5852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Two lay-language misses: Common Cold read as Allergic Rhinitis; Typhoid read as Appendicitis.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shipped evaluation (n = 30, top-1 = 1.0) keeps the held-out record in the index: an upper bound. Leave-one-out gives 0.967.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Rows: true condition; columns: predicted (60 lay-language probes).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Relevance Display &amp; Safety Layer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5_relevance_dis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7317"/>
            <a:ext cx="5577840" cy="2703285"/>
          </a:xfrm>
          <a:prstGeom prst="rect">
            <a:avLst/>
          </a:prstGeom>
        </p:spPr>
      </p:pic>
      <p:pic>
        <p:nvPicPr>
          <p:cNvPr id="8" name="Picture 7" descr="f06_safety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8880"/>
            <a:ext cx="5486400" cy="28201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709160"/>
            <a:ext cx="5577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All 15 out-of-base complaints show 'Strong match' at 100%, like every in-base query.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raw cross-encoder score separates them (AUROC 1.0); min-max scaling hides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0916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Emergency recall 0.675: literal wording 27/28, paraphrase 0/12.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Ordinary texts: 0 false alarms; hard negatives (negation, history): 6 of 10 wrongly flagged.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Answer filter cleaned 6 of 10 listed-phrase cases.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56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query embedding (median)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91640"/>
            <a:ext cx="73152" cy="10515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555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cross-encoder, 15 pairs (mean)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91640"/>
            <a:ext cx="73152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0.40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/api/chat median, fallback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651760" cy="105156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91640"/>
            <a:ext cx="73152" cy="105156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1746504"/>
            <a:ext cx="2377440" cy="5783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0.74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01544"/>
            <a:ext cx="237744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/api/chat median, Flan-T5 on</a:t>
            </a:r>
          </a:p>
        </p:txBody>
      </p:sp>
      <p:pic>
        <p:nvPicPr>
          <p:cNvPr id="23" name="Picture 22" descr="f04_latency_st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67" y="2880360"/>
            <a:ext cx="5232104" cy="2286000"/>
          </a:xfrm>
          <a:prstGeom prst="rect">
            <a:avLst/>
          </a:prstGeom>
        </p:spPr>
      </p:pic>
      <p:pic>
        <p:nvPicPr>
          <p:cNvPr id="24" name="Picture 23" descr="f08_api_lat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689" y="2880360"/>
            <a:ext cx="4762861" cy="228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Tests: pytest 9 of 9 passed in 34 s; smoke test 22 of 22 checks; browser walk of 21 screens with 0 console errors.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12th Gen Intel Core i5-12500 (6 cores / 12 threads), no GPU, 15.7 GB, CPU only, warm models; first start about 62 s to load three models. Not tested: concurrent users, a GPU, accessibility audit, a user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 and scope)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4206240"/>
                <a:gridCol w="52120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This project (SymptoTrackAI)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Retrieval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Sequence-NQ embeddings + FAISS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MiniLM + FAISS, BM25, min-max fusion, cross-encoder rerank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Query handling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Direct embedding of the symptom text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Normalisation and a HyDE-style template (no measured gain)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None described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 emergency rules, caution keywords, answer filter, disclaimer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Registration, login, chatbot, health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modules, plus evidence cards, history search / delete, themes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numbers; one Typhoid example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Lay-language top-1 0.967; 60 lay-language probes written by the team on a synthetic knowledge base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Trend tracking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Claimed through the stored log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Stored and searchable only; no trend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base paper gives no quantitative results, so no numerical comparison is possible and no superiority is claimed.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Symptom Assistant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7_assistant_answer_2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20_assistant_evidence_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a fever query answered from the retrieved influenza records (evidence-based answer). Right: the matching evidence card for dengue, with typical symptoms, guidance, severity and 'seek urgent care if' red flags.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Safety Escalation and Local Generator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8_assistant_emergency_2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21_assistant_generator_echo_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the emergency banner for chest pain with breathing difficulty. Right: the same app with the default Flan-T5 generator: the 'answer' is the prompt echoed back, the defect we measured.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History and About Page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9_history_2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3_about_metrics_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59394"/>
            <a:ext cx="5486400" cy="2830651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Left: consultation history with safety flag and relevance (every row 100%). Right: the About page, which shows the shipped evaluation (100%, n = 30) and states that these scores are an upper bound on synthetic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Delivered: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a working local application from symptom text to an evidence-backed answer, emergency warning and private history, with 9 pytest tests and 22 smoke checks passing.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Measured: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lay-language top-1 0.967, two-symptom 0.881, leave-one-out verbatim 0.972; BM25 alone 0.883; offline mode 0.817.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Objectives: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1, 2, 3 met on a synthetic base; 4 partly (no per-statement citation); 5 not met beyond storage; 6 partly (groundedness not judged).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Defects: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prompt-echo generator, always-100% relevance, safety misses paraphrases, near-duplicate evidence cards.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900" b="1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Position:</a:t>
            </a:r>
            <a:r>
              <a:rPr sz="19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 information only; a clinician decides.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Replace the synthetic base with a licensed medical source and have a clinician review conditions, guidance and red flags.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Fix the generator for current transformers, add per-statement citations and a groundedness judge.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Show a calibrated relevance from the raw cross-encoder score; return distinct conditions instead of near-duplicate records.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Safety layer with synonyms, negation handling and a small classifier; evaluate with clinician-written cases.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Symptom timeline and trend view over stored consultations; multilingual input; cache or shrink the reranker for speed.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U. S. Madhury and M. Ramesh, "A hybrid retrieval-augmented generation framework for intelligent symptom monitoring and disease guidance," Int. J. Eng. Res. Sci. Technol. , vol. 22, no. 3, pp. 702-707, 2026, doi: 10.62643/ijerst.2026.v22.n3.4170.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[5] N. Son, I. Kang, I. Kim, K. Lee, S. Nam and D. Lee, "Development and evaluation of a retrieval-augmented generation-based electronic medical record chatbot system," Healthc. Inform. Res. , vol. 31, no. 3, pp. 218-225, Jul. 2025, doi: 10.4258/hir.2025.31.3.218.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N. Nananukul and M. Kejriwal, "ClinicBot: a guideline-grounded clinical chatbot with prioritized evidence RAG and verifiable citations," system demonstration, CAIS 2026, arXiv:2605.00846, 2026.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S. S. Kumar, S. T. Ahmed, A. S. Fathima, M. Nishabai and S. Sophia, "Medical chatbot assistance for primary clinical guidance using machine learning techniques," Procedia Comput. Sci. , vol. 233, pp. 279-287, 2024.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I.-C. Hsu and J.-D. Yu, "A medical chatbot using machine learning and natural language understanding," Multimedia Tools Appl. , vol. 81, no. 17, pp. 23777-23799, Jul. 2022.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S. D. Bhavani Peri, S. Santhanalakshmi and R. Radha, "Chatbot to chat with medical books using retrieval-augmented generation model," in Proc. IEEE North Karnataka Subsection Flagship Int. Conf. (NKCon) , Bagalkote, India, Sep. 2024, pp. 1-5, doi: 10.1109/NKCON62728.2024.10774900.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[15] P. Lewis et al. , "Retrieval-augmented generation for knowledge-intensive NLP tasks," in Proc. Adv. Neural Inf. Process. Syst. (NeurIPS) , vol. 33, 2020, pp. 9459-9474.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V. Karpukhin et al. , "Dense passage retrieval for open-domain question answering," in Proc. Conf. Empirical Methods Natural Language Process. (EMNLP) , 2020, pp. 6769-6781.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[17] J. Johnson, M. Douze and H. Jegou, "Billion-scale similarity search with GPUs," IEEE Trans. Big Data , vol. 7, no. 3, pp. 535-547, Jul. 2021.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S. Robertson and H. Zaragoza, "The probabilistic relevance framework: BM25 and beyond," Found. Trends Inf. Retr. , vol. 3, no. 4, pp. 333-389, 2009.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[20] L. Gao, X. Ma, J. Lin and J. Callan, "Precise zero-shot dense retrieval without relevance labels," in Proc. 61st Annu. Meeting Assoc. Comput. Linguistics (ACL) , 2023, pp. 1762-1777.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R. Nogueira and K. Cho, "Passage re-ranking with BERT," arXiv:1901.04085, 2019.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[24] W. Wang, F. Wei, L. Dong, H. Bao, N. Yang and M. Zhou, "MiniLM: deep self-attention distillation for task-agnostic compression of pre-trained transformers," in Proc. Adv. Neural Inf. Process. Syst. (NeurIPS) , vol. 33, 2020, pp. 5776-5788.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[25] G. V. Cormack, C. L. A. Clarke and S. Buettcher, "Reciprocal rank fusion outperforms Condorcet and individual rank learning methods," in Proc. 32nd Int. ACM SIGIR Conf. Research and Development in Information Retrieval , 2009, pp. 758-759.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C12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mptoTrackAI">
  <a:themeElements>
    <a:clrScheme name="SymptoTrack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ymptoTrackAI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ymptoTrackA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SymptoTrackAI - Final Review</dc:title>
  <dc:subject>SymptoTrackAI</dc:subject>
  <dc:creator>Batch C12, Dept. of CSE, TKRCET</dc:creator>
  <cp:lastModifiedBy>Batch D1, Dept. of CSE, TKRCET</cp:lastModifiedBy>
  <cp:revision>1</cp:revision>
  <dcterms:created xsi:type="dcterms:W3CDTF">2026-10-07T05:03:03Z</dcterms:created>
  <dcterms:modified xsi:type="dcterms:W3CDTF">2026-10-07T05:03:03Z</dcterms:modified>
  <dc:description/>
  <cp:keywords>hybrid RAG, symptom monitoring, FAISS, BM25, cross-encoder, healthcare chatbot</cp:keywords>
</cp:coreProperties>
</file>