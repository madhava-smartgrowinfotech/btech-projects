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Pittala Akhila	23K91A05J3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Mundala Sandhya	23K91A05G5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Mula Thanuj Reddy	23K91A05G4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Majjigapu Jagadeshwar Reddy	23K91A05E1</a:t>
            </a:r>
            <a:r>
              <a:rPr lang="en-US" altLang="en-US" sz="15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 Gayathri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Personalized E-learning Course Recommendation System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Personalized E-learning Course Recommendation System is an intelligent web-based application that helps learners find the most suitable online courses based on their.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Many students face difficulty choosing the right course because of the large number of learning options available on different platforms.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system solves that problem by providing personalized course recommendations.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collects basic information from users, such as their educational background, interests, preferred learning topics, and skill level.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Using Machine Learning algorithms, it analyzes this information and recommends courses that best match the user's profile.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"From Prediction to Prescription: A Causal-AI for Personalized Learning Path Optimization in MOOCs"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10.1109/access.2026.3666619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moves from prediction to prescriptive learning path optimisation. The gap is combining collaborative and content-based signals in a deployable platform that also handles the cold-start learner.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Online learning platforms offer thousands of courses, which makes choosing the right one difficult.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Learners abandon courses that turn out to be mismatched to their level or goal.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Collaborative filtering recommends courses based on the behaviour of similar learners.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Content-based filtering matches course topics to a learner's stated skills and interests.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hybrid of both handles new learners and new courses better than either alone.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Sequencing recommendations into a learning path matters more than ranking single courses.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From Prediction to Prescription: A Causal-AI for Personalized Learning Path Optimization in MOOCs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Personalized Course Recommendation System using Machine Learning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Personalized Course Recommendation Model Based on LightGCN and Learning Behavior Data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2025 International Conference on Intelligent Decision-making and Machine Learning (ICIDML),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Literature Review on Course Recommendation System for Personalized E-learning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Drug Delivery Technology,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EduGuide: A Hybrid NLP-Driven Course Recommendation System for Personalized Online Learning Using TF-IDF.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Innovative Research in Technology,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learner profiles capturing interests, current skills, goals and completed courses.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Construct a course catalogue with topic, level, prerequisite and outcome metadata.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Implement collaborative filtering over learner interaction history.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Implement content-based matching between learner profile and course metadata.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Combine both into a hybrid recommender and order the output into a coherent learning path.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using precision, recall and learner feedback on recommendation relevance.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Learners face too many options and no reliable way to judge which suits them.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Platform recommendations optimise engagement rather than learning outcome.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New learners receive poor recommendations because no interaction history exists.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Courses are recommended individually with no regard for prerequisite order.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hybrid recommender that matches courses to a learner's profile and sequences them into a coherent learning path.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