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Mekala Kalyan	23K91A05F0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Rajanala Sai Hemanth	23K91A05K3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Middala Surya Teja Reddy	23K91A05F2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Manga Akash	23K91A05E5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 Padmavathi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800" b="1" dirty="0">
                <a:solidFill>
                  <a:srgbClr val="C0504D"/>
                </a:solidFill>
                <a:latin typeface="Times New Roman" pitchFamily="18" charset="0"/>
              </a:rPr>
              <a:t>AI Based Personal Finance Manager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Managing personal finances has become increasingly challenging due to the growing number of digital transactions, multiple income sources, recurring expenses, loans.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personal finance applications often lack intelligent recommendations, customization, and affordability, limiting their effectiveness for many users.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paper presents a customizable AI-powered personal finance platform designed to help users efficiently track and manage their financial activities.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proposed system integrates expense monitoring, budget management, loan tracking, and personalized financial insights within a secure and user-friendly environment.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Developed as an open-source web application using Python (Flask), MySQL, and modern frontend technologies.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"A Smart AI-Based Personal Finance Assistant: A Multi-Model Approach for Expense Categorization, Budgeting, Forecasting and Anomaly Detection"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International Journal for Research in Applied Science and Engineering Technology (IJRASET)   |   2025   |   DOI: 10.22214/ijraset.2025.75019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base paper combines categorisation, budgeting, forecasting and anomaly detection in one assistant. The gap addressed here is delivering that multi-model approach as an affordable, customisable web platform.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Individuals now hold multiple accounts, income sources, recurring bills and investments at once.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Manual expense tracking is tedious and is abandoned within weeks by most users.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Transaction descriptions can be categorised automatically using text classification.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Time-series models forecast upcoming expenditure from historical spending patterns.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Anomaly detection surfaces unusual transactions that may indicate error or fraud.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Advice is only useful when tailored to the individual's actual income and commitments.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A Smart AI-Based Personal Finance Assistant: A Multi-Model Approach for Expense Categorization.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for Research in Applied Science and Engineering Technology (IJRASET),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AI-Driven Financial Insights for Personal Budget Planning: A Smart Approach to Future Expense Prediction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 3rd International Conference on Intelligent Data Communication Technologies and Internet of Things (IDCIoT),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AI-Driven Finance Management Platform for  Intelligent Expense Tracking and Budget Automation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Research Journal of Modernization in Engineering Technology &amp;amp; Science,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FinSenseAI: An Explainable AI-Based Personal Finance Recommendation and Expense Prediction System Using.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of Innovative Science and Research Technology,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Personal Expense Leakage Detection and Budget Optimization using Machine Learning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for Research in Applied Science and Engineering Technology, 2026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Build secure user accounts with transaction import and manual entry.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Categorise expenses automatically from transaction descriptions using text classification.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Forecast upcoming expenses and savings using time-series models over spending history.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Detect anomalous transactions that deviate from a user's established pattern.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Generate personalised budget recommendations and alerts on threshold breaches.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Visualise spending, category breakdown and forecasts on an interactive dashboard.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Manual expense recording is tedious and is quickly abandoned by users.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Existing applications report past spending but do not forecast what is coming.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Generic budgeting advice ignores individual income patterns and commitments.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Unusual transactions go unnoticed until the statement is reviewed much later.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personal finance platform that categorises spending automatically, forecasts future expenditure, and gives advice grounded in the user's own data.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