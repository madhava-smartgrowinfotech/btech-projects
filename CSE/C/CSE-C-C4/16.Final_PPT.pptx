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QuantPulse: a working forecasting product that follows the base paper, plus an offline multiple-instance-learning study on real headlines.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product, then the honest headline results and the limits. The MIL study is offline; the product does not contain MIL.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Nejatbakhsh and Aliasgari, IEEE Access 2026. QuantPulse follows this pipeline. The paper's tables are images, so only figures stated in its text are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marked as title-only could not be verified beyond bibliographic records, so no result is quoted for them. Numbers shown come from the PDFs we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the batch asked us to address: an explicit multiple-instance treatment of a day's news, evaluated with direction metrics against a price-only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batch's problem statement, then the input, output and record of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chains. Be explicit that MIL is an offline study and that the product's sentiment is one number per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No database and no authentication. The API serves metrics.json and forecasts.json.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in one picture, then the extra measurements that were added for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NewsAPI key was set, so the product uses labelled synthetic headlines. Real headlines are used only in the offline MIL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recursive forecast and the sentiment path as flowcharts.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the Forecast screen flow and the use cases of the analyst and the evaluator.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QuantPulse has no database. The ER diagram shows logical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honest absences.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stored forecasts predicted a large fall that did not happen. Persistence beats every deep tier when scored against real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classification-style evaluation the objectives ask for. The product itself reports price-level errors; this study is offline and shows no gain from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Parameter analysis: how much the result depends on the seed, on how the target is scored, and on the MIL pooling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Latencies on 127.0.0.1, i5-12500, CPU only, machine shared with other jobs. Right: forward-test error of the re-trained tiers against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paper uses a 30-day window and different units. We did not reproduce its R-squared.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website with live Yahoo data and the shipped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Forecast screen shows the miss openly: the stored forecast against the closes that followed.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comparison and sentiment screens. Say clearly that the sentiment shown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Prediction Using Multi-Source Multiple Instance 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QuantPulse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23K91A05J7   POTTEPAKA LINGASWAMY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23K91A05D7   MADUNA NAVEEN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24K95A0517   MEEDIGERI KEERTHI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23K91A05E8   MAREDDY SAI KARTHIK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Anusha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[COLLEGE NAME]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Algorithm Workflow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Forecasts, Scoring, MIL Study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Price-only forecasts ignore news and sentiment, and labelling every article is impractical. The project asks for multi-source prediction with Multiple Instance Learning (MIL). QuantPulse, the product, implements the base paper's pipeline: LSTM, multi-head attention, FinBERT sentiment and simulated FedAvg, as a FastAPI + React website for ten tickers.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honestly, the forecasts did not hold up: a re-run on the same data scores MAE $29.4 against $6.2 for 'tomorrow = today'; the stored 5-day forecasts averaged -14.8% against an actual -0.4%, with the trend right for 4 of 10 tickers.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app's directional score (68%) is inflated by clipped test targets; against real closes it is 53%. Its sentiment channel is zero in training and synthetic in test.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offline MIL study on 46,532 real FNSPID headlines (7 tickers, 1,309 test days) found no gain: the best MIL variant scored 49.8% accuracy against 53.6% for always-up.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56 pytest tests and 26 smoke checks pass. No social-media source, no MIL inside the product, no precision/recall/F1 in the app: stated on every results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Y. Nejatbakhsh and M. Aliasgari, "Enhancing stock market prediction with hybrid deep learning: Integrating LSTM, transformer attention, federated learning, and sentiment analysis," IEEE Access, vol. 14, pp. 3926-3942, 2026, doi: 10.1109/ACCESS.2025.3649668.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6012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hybrid LSTM, Transformer attention, federated learning and sentiment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Baselines ARIMA, SARIMAX, Prophet, Random Forest, SVR vs LSTM (64 units + batch norm + dense); hybrid adds multi-head attention, FinBERT-tone sentiment and simulated FedAvg over ten clients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Yahoo Finance for ten firms (Tesla, Apple, Airbnb, Amazon, FedEx, IBM, Microsoft, Nvidia, Oracle, Google); hybrid on a one-month window because NewsAPI returned 30 days of headlines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Protocol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Chronological split: 80/20 for baselines, 70/15/15 for the hybrid; 5- and 30-day horizons; R², MSE, MAE and a directional measure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average R² 0.91 (all companies above 0.84); TSLA R² 0.888; baseline LSTM average trend accuracy 65.36% (Airbnb 94%, Tesla 34.9%, IBM 18%)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Sentiment limited to 30 days; federated learning only simulated; performance varies across companies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79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731520"/>
                <a:gridCol w="4206240"/>
                <a:gridCol w="37490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Nejatbakhsh, Aliasgari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multi-head attention + FinBERT-tone sentiment + simulated FedAvg; ten companies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Average R2 0.91; baseline LSTM trend accuracy 65.36 %; sentiment limited to 30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Zhang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Multi-source MIL model: news events, Xueqiu sentiment, index data; Shanghai 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F1 +6.9 % / +9.2 % over nMIL (2015 / 2016); one Chinese index, event extraction needed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Deng, Yiu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Each trading day is a bag of news instances, bag-level label; S&amp;P 500 direction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Reports better trend accuracy than baselines (abstract); news only, no price branch stated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Liao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Attentive pooling of all daily news with stock-name queries; one model for many stocks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7.11 % lower MAE (0.1913 to 0.1777) with pooling; six TWSE stocks plus BigData23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Officioso et al.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Large-language-model news sentiment combined with market data (title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item; abstract not available, results 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Chang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Financial sentiment and feature fusion for Chinese-market prices (title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item; abstract not available, results 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Xiao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Financial news, text mining and investor sentiment for prediction (title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item; abstract not available, results 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item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AI with news, social-media sentiment and corporate indicators (title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Authors not in Crossref; abstract not available, results 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Fischer, Krauss [18]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networks for financial market prediction (cited by the base paper for LSTM)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suited to price sequences; used here only as the LSTM reference, no numbers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 averages a day's headlines into one number; it does not treat the day's news as a bag of instances with only a bag-level label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As far as their descriptions show, the day-bag multiple-instance models [8], [6] are not paired with an LSTM price branch and multi-head attention as in the base paper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Sentiment is tested over a 30-day window only in the base paper; archived multi-year headline data are not used there [1], [11]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Reported gains are mostly price-level errors; a direction metric with precision, recall and F1 against a price-only baseline is the project's stated objective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 against a naive no-change forecast is rarely reported next to R2, although a level forecast one step ahead can score a high R2 by tracking the last price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46888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Price-only models miss the news and sentiment that move markets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Labelling each news article individually is impractical and noisy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Financial data is volatile and non-stationary, so models degrade quickly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Predictions without explanation are not actionable for an investor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prediction model that fuses price history with news and sentiment under a multiple-instance formulation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8912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462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Daily OHLCV prices (Yahoo Finance) and financial headlines per ticker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38912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462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92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5- and 30-day forecasts with confidence bands, trend flag, model comparison and sentiment 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38912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462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92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metrics.json, forecasts.json, experiment JSON files and screenshots of the running website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Collect historical prices together with financial news and social-media text for the target stocks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Preprocess and align the multi-source data into daily instances grouped per trading day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Represent each trading day as a bag of news instances under the Multiple Instance Learning formulation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Train a hybrid model combining sequence learning over prices with attention over news content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Predict directional movement and evaluate with accuracy, precision, recall and F1-score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Compare multi-source performance against a price-only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Data and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Yahoo prices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20-day windows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Min-Max scaling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Headlines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FinBERT-tone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Daily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Models and serving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LSTM(64)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+ 4-head attention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sentiment channel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FedAvg x10 clients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JSON artefacts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+ 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Five classical baselines (ARIMA, SARIMAX, Prophet, Random Forest, SVR) are scored next to the four deep-model tiers on an 80/20 chronological split.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Forecasts: 5- and 30-day recursive predictions with a 95% band, shown with actual closes on six screens.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Multiple Instance Learning is not inside the product; it was studied offline on real headlines (bag = one day's news for one ticker).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25" y="1645920"/>
            <a:ext cx="6049868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Website: React 19 + Vite, port 5404; six screens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+ Uvicorn, port 8404; 7 JSON endpoints and the static site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Pipeline: data loader, sentiment, baselines, deep models, FedAvg, forecast modules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State: JSON, CSV and Keras files; no database, no login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API serves stored results; the saved .keras models are not loaded at run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41" y="1645920"/>
            <a:ext cx="645727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Window of 20 trading days of OHLCV (+ sentiment); Min-Max scalers fitted on the first 80% of rows.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LSTM 64 units; attention tier adds 4 heads, residual, LayerNorm, pooling; batch 32, up to 50 epochs, early stopping.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FedAvg: each ticker is a client; 2 rounds x 3 local epochs; weights averaged by sample count.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Added here: five-seed re-run, persistence baseline, true-target scoring, forward test, MIL study.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 x 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tickers x daily rows, 2024-09-09 to 2026-09-08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46,532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FNSPID headlines, 7 tickers (MIL study)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non-zero sentiment rows in the training part (shipped channel)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30936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18872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Yahoo Finance OHLCV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 tickers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models; pinned snapshot for the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template headlines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166-191 per ticker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sentiment channel (no NewsAPI key); last 90 days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FNSPID news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46.5k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offline MIL study; dense only in 2022-2023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 + MIL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 baselines, 4 deep tiers; MIL variants offline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f06_sentiment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079753"/>
            <a:ext cx="4572000" cy="19786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shipped sentiment channel is zero for every training row and carries synthetic headline scores only in the last 90 trading days, so it cannot show a sentiment effect (right).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and Sentiment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" y="1645920"/>
            <a:ext cx="3497579" cy="4663440"/>
          </a:xfrm>
          <a:prstGeom prst="rect">
            <a:avLst/>
          </a:prstGeom>
        </p:spPr>
      </p:pic>
      <p:pic>
        <p:nvPicPr>
          <p:cNvPr id="8" name="Picture 7" descr="11_flowchart_senti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81225"/>
            <a:ext cx="4206240" cy="35928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783080"/>
            <a:ext cx="32004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Forecast: roll the predicted close forward, one step at a time.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Band: 1.96 x residual std x sqrt(day).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Sentiment: NewsAPI if a key exists, else synthetic templates; FinBERT-tone or lexicon; daily mean; fill forward, zero before the first headline.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7" y="1645920"/>
            <a:ext cx="5422604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05532"/>
            <a:ext cx="5212080" cy="35442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(no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52" y="1645920"/>
            <a:ext cx="5392615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37360"/>
          <a:ext cx="484632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artifacts/metrics.json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per-ticker metrics, histories, forecasts, headlines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artifacts/forecasts.json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5- and 30-day forecasts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artifacts/serving/*.keras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saved models (not loaded by the API)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data/&lt;T&gt;.csv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prices; rewritten on each live pull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data/news_cache/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NewsAPI cache (needs a key)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experiments/**/metrics.json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foreign keys and no persistence layer: the entities in the diagram are logical, files on disk.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56 + 26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forecast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Stored results are served from JSON; invalid symbols give 400, unknown 404, bad horizon 422, missing artefacts 503.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Forecast screen overlays the actual closes that followed the forecast date and warns that the models were trained up to 8 Sept 2026.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/api/history downloads from Yahoo Finance on every request and rewrites the CSV; the first sentiment call loads FinBERT.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run.bat sets up the virtual environment, trains if artefacts are missing and starts both servers; Docker files exist but were not run here.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present: database, login, real federated deployment, social-media text, MIL inside the product.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Forecasts versus Reality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-14.8%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stored 5-day forecast change (actual -0.4%)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5-day trend calls right (30-day: 6 /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$59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5-day MAE vs $11 for 'no change'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$6.2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persistence MAE vs $29.4 (LSTM + attention, 5 seeds)</a:t>
            </a:r>
          </a:p>
        </p:txBody>
      </p:sp>
      <p:pic>
        <p:nvPicPr>
          <p:cNvPr id="23" name="Picture 22" descr="f02_true_mae_vs_persist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2" y="2743200"/>
            <a:ext cx="5025274" cy="2834640"/>
          </a:xfrm>
          <a:prstGeom prst="rect">
            <a:avLst/>
          </a:prstGeom>
        </p:spPr>
      </p:pic>
      <p:pic>
        <p:nvPicPr>
          <p:cNvPr id="24" name="Picture 23" descr="f05_forecast_vs_actual_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658" y="2743200"/>
            <a:ext cx="5144923" cy="2834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Forward test: forecasts stored from the 2026-09-08 close against the 30 closes that followed. Shipped models: Random Forest has the lowest MAE on 6 of 10 tickers; no deep tier beats persistence on real closes. 9 of 10 tickers were flagged 'down' (mean -14.8%).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Precision / Recall / F1 (MIL Study)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557784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Majority class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57.4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43.8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regression, price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48.6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LSTM, price (same window)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48.8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37.4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LSTM, price (since 2016)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95.5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flat sentiment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49.1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27.2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MIL mean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45.1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47.2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MIL max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MIL attention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49.8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41.5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MIL attention, news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58.9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LSTM + MIL attention, seed 0 (up = positive)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0" y="1965960"/>
          <a:ext cx="475488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64592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Predicted 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Predicted down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Actual 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Actual down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0" y="34747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Counts reconstructed from the seed-0 precision, recall and the 1,309 test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3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Pooled test: 1,309 days from Q2-Q4 2023, 7 tickers, 53.6% up-days; five seeds. Always-up scores 53.6%, so no model is better than guessing 'up'.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MIL attention vs price-only LSTM: +1.3 points, 95% interval [-1.5, +4.0]; shuffled-bag placebo 49.8%.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– Seeds, Scoring and MIL Pooling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7_seed_var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21" y="1600200"/>
            <a:ext cx="4882797" cy="2743199"/>
          </a:xfrm>
          <a:prstGeom prst="rect">
            <a:avLst/>
          </a:prstGeom>
        </p:spPr>
      </p:pic>
      <p:pic>
        <p:nvPicPr>
          <p:cNvPr id="8" name="Picture 7" descr="f10_mil_paired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69" y="1600200"/>
            <a:ext cx="5261701" cy="2743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434840"/>
          <a:ext cx="6400800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1097280"/>
                <a:gridCol w="1097280"/>
                <a:gridCol w="17373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Tier (5 seeds, 10 tickers)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MAE shipped scoring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MAE real closes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Direction shipped / 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$47.8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$53.7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68% / 53%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attention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$23.5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$29.4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68% / 53%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+ attention + sentiment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$31.7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$37.6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67% / 52%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(FedAvg)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$37.8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$43.7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67% / 52%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Persistence (no change)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$6.2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4434840"/>
            <a:ext cx="4480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targets are clipped to the training range: 5 of 10 tickers have over half of the test closes above the training maximum.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Adding sentiment or FedAvg raises error and seed-to-seed spread; attention helps most.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MIL pooling (mean, max, attention) differ by under 1 point in accuracy, inside the intervals.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2.1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health, median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11.7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ticker's metrics, median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history (live Yahoo download)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4.6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sentiment (FinBERT on CPU)</a:t>
            </a:r>
          </a:p>
        </p:txBody>
      </p:sp>
      <p:pic>
        <p:nvPicPr>
          <p:cNvPr id="23" name="Picture 22" descr="f11_api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79" y="2697480"/>
            <a:ext cx="4742120" cy="2377440"/>
          </a:xfrm>
          <a:prstGeom prst="rect">
            <a:avLst/>
          </a:prstGeom>
        </p:spPr>
      </p:pic>
      <p:pic>
        <p:nvPicPr>
          <p:cNvPr id="24" name="Picture 23" descr="f13_forward_t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494" y="2697480"/>
            <a:ext cx="5073250" cy="237744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5212080"/>
          <a:ext cx="1115568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80"/>
                <a:gridCol w="6858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(pipeline units + API endpoints)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56 of 56 passed; smoke test 26 of 26 checks on the running stack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concurrent users, load, security testing (no login exists), Docker build, accessibility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768096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00400"/>
                <a:gridCol w="338328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QuantPulse (this project)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Ten firms; hybrid on a one-month (30-day) window; 5-day trend over three months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Ten tickers, two years (501 rows each); 97 test windows per ticker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70/15/15 hybrid, 80/20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80/20 chronological (shipped); three expanding folds in the MIL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average R² 0.91; TSLA R² 0.888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 hybrid mean R² -67.7; re-run real-close R² -3.5 (LSTM + attention)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Baseline LSTM trend accuracy 65.36%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 68% (inflated); real closes 53%; stored 5-day trend 4/10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FinBERT-tone on NewsAPI headlines, 30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template headlines (no key); real FNSPID headlines offline: no gain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12_base_pap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910701"/>
            <a:ext cx="3383280" cy="1756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4023360"/>
            <a:ext cx="3383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Datasets and protocols differ: indicative only, not a head-to-head.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paper's R² 0.91 was not reproduced.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superiority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Dashboard and Forecast 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3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6_forecast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dashboard with the ten tickers, last close, trend flag and 5-day outlook from the stored forecasts. Right: NVDA 5-day outlook with the notice that the models were trained up to 8 Sept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Forecast Chart and Table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4_forecast_5day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4_forecast_tab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TSLA: the dashed forecast drops while the actual close (solid line) stays near its level; the table shows the forecast, band, actual close and forecast miss for each day (about -14% to -16%).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Model Comparison and News Sentiment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6_models_comparis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8_sentime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NVDA model comparison, four deep tiers and five baselines. Right: TSLA news sentiment; the source badge reads 'Built-in fallback' because no NewsAPI key was set, so the headlines are synthetic.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working, tested forecasting product (56 tests, 26 smoke checks) that follows the base paper; Random Forest is the most accurate model on 6 of 10 tickers.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against real closes the deep tiers do not beat 'no change'; stored 5-day trend right for 4 of 10; real headlines gave no measurable gain in the MIL study.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743200"/>
          <a:ext cx="11155680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383280"/>
                <a:gridCol w="73152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Collect prices, news and social media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prices yes; headlines synthetic unless a key is set; no social-media 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Align into daily instances per day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one mean sentiment per day in the product; per-headline instances in the offline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Bags of news under MIL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in the product; done offline (FNSPID, 7 tickers, gated attention)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LSTM + attention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as built; accuracy poor against real closes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Direction with accuracy, precision, recall,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Offline only: accuracy ~50%, F1 0.36-0.59; the app reports MAE, R² and a direction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Multi-source vs price-only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Done offline: MIL 49.8% vs price-only 48.8%, within 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MIL, no social media and no precision/recall/F1 in the product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targets clipped to the training range inflate direction scores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Sentiment channel zero in training; synthetic headlines in test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Stored forecasts missed the realised moves; artefacts older than the CSVs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FedAvg is simulated and mixes differently scaled clients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MIL study: 1,309 test days, 7 tickers, 2022-2023; differences under about 3 points are noise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CPU only; no login, database or load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 against real closes and add a persistence baseline in the product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Move MIL into the product with a direction head and P/R/F1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news archive and a social-media source for multi-year sentiment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Walk-forward validation over many periods and more tickers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 the sentiment channel; retrain on a schedule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real federated deployment with per-client scalers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Login, persistence and monitoring for deployment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Y. Nejatbakhsh and M. Aliasgari, "Enhancing stock market prediction with hybrid deep learning: Integrating LSTM, transformer attention, federated learning, and sentiment analysis," IEEE Access, vol. 14, pp. 3926-3942, 2026, doi: 10.1109/ACCESS.2025.3649668.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X. Zhang, S. Qu, J. Huang, B. Fang and P. Yu, "Stock market prediction via multi-source multiple instance learning," IEEE Access, vol. 6, pp. 50720-50728, 2018, doi: 10.1109/ACCESS.2018.2869735.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P.-J. Liao, H.-S. Lee, Y.-F. Cheng, L.-W. Chen, H.-y. Lee and H.-M. Wang, "Generalized stock price prediction for multiple stocks combined with news fusion," arXiv:2603.19286, Mar. 2026.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Y. Deng and S. M. Yiu, "Deep multiple instance learning for forecasting stock trends using financial news," in Artificial Intelligence Trends, AIRCC, 2022, pp. 95-111, doi: 10.5121/csit.2022.121008 (arXiv:2206.14452).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T. G. Dietterich, R. H. Lathrop and T. Lozano-Perez, "Solving the multiple instance problem with axis-parallel rectangles," Artif. Intell., vol. 89, no. 1-2, pp. 31-71, Jan. 1997, doi: 10.1016/S0004-3702(96)00034-3.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M. Ilse, J. M. Tomczak and M. Welling, "Attention-based deep multiple instance learning," in Proc. 35th Int. Conf. Mach. Learn. (ICML), PMLR, vol. 80, 2018, pp. 2127-2136, arXiv:1802.04712.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Z. Dong, X. Fan and Z. Peng, "FNSPID: A comprehensive financial news dataset in time series," in Proc. 30th ACM SIGKDD Conf. Knowl. Discovery Data Mining (KDD), Barcelona, Spain, Aug. 2024, pp. 4918-4927, doi: 10.1145/3637528.3671629.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S. Hochreiter and J. Schmidhuber, "Long short-term memory," Neural Comput., vol. 9, no. 8, pp. 1735-1780, Nov. 1997, doi: 10.1162/neco.1997.9.8.1735.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A. Vaswani et al., "Attention is all you need," in Adv. Neural Inf. Process. Syst. (NeurIPS), vol. 30, 2017, pp. 5998-6008, arXiv:1706.03762.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H. B. McMahan, E. Moore, D. Ramage, S. Hampson and B. A. y Arcas, "Communication-efficient learning of deep networks from decentralized data," in Proc. 20th Int. Conf. Artif. Intell. Statist. (AISTATS), PMLR, vol. 54, 2017, pp. 1273-1282, arXiv:1602.05629.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Y. Yang, M. C. S. Uy and A. Huang, "FinBERT: A pretrained language model for financial communications," arXiv:2006.08097, Jun. 2020.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T. Fischer and C. Krauss, "Deep learning with long short-term memory networks for financial market predictions," Eur. J. Oper. Res., vol. 270, no. 2, pp. 654-669, Oct. 2018, doi: 10.1016/j.ejor.2017.11.054.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O. B. Sezer, M. U. Gudelek and A. M. Ozbayoglu, "Financial time series forecasting with deep learning: A systematic literature review: 2005-2019," Appl. Soft Comput., vol. 90, Art. no. 106181, May 2020, doi: 10.1016/j.asoc.2020.106181.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P. C. Tetlock, "Giving content to investor sentiment: The role of media in the stock market," J. Finance, vol. 62, no. 3, pp. 1139-1168, Jun. 2007, doi: 10.1111/j.1540-6261.2007.01232.x.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35 references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C4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Pulse">
  <a:themeElements>
    <a:clrScheme name="QuantPuls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uantPuls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ntPuls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Prediction Using Multi-Source Multiple Instance Learning - Final Review</dc:title>
  <dc:subject>QuantPulse</dc:subject>
  <dc:creator>Batch C4, Dept. of CSE</dc:creator>
  <cp:lastModifiedBy>Batch C4, Dept. of CSE</cp:lastModifiedBy>
  <cp:revision>1</cp:revision>
  <dcterms:created xsi:type="dcterms:W3CDTF">2026-10-07T05:03:03Z</dcterms:created>
  <dcterms:modified xsi:type="dcterms:W3CDTF">2026-10-07T05:03:03Z</dcterms:modified>
  <dc:description/>
  <cp:keywords>stock market prediction, LSTM, attention, FinBERT, federated averaging, multiple instance learning</cp:keywords>
</cp:coreProperties>
</file>