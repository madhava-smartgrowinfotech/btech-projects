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Pottepaka Lingaswamy	23K91A05J7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Maduna Naveen Kumar	23K91A05D7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Meedigeri Keerthi	24K95A0517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Mareddy Sai Karthik	23K91A05E8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 Anusha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Stock Market Prediction Using Multi-Source Multiple Instance Learning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stock market is a place where people buy and sell shares of different companies.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prices of these shares change regularly based on many factors.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Some important factors include company performance, market conditions, financial news, and people's opinions about the market.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Because of these factors, it is difficult to accurately predict whether the price of a stock will increase or decrease in the future.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Many existing stock market prediction systems mainly use historical stock price data to make predictions.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"Enhancing Stock Market Prediction With Hybrid Deep Learning: Integrating LSTM, Transformer Attention, Federated Learning, and Sentiment Analysis"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10.1109/access.2025.3649668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integrates sequence models with news fusion for price prediction. The gap is the explicit multiple-instance treatment of daily news, which removes the need for article-level labels.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Share prices respond to company performance, market sentiment, news and macroeconomic conditions at once.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Models built on price history alone ignore the information contained in news and opinion.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Not every news item affects a stock, so labelling individual articles is unreliable.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Multiple Instance Learning treats a day's news as a bag with a single outcome label.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Sequence models such as LSTM capture temporal dependence in price movement.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Combining price series with news signals produces a more informed prediction than either alone.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Enhancing Stock Market Prediction With Hybrid Deep Learning: Integrating LSTM, Transformer Attention.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A Hybrid Artificial Intelligence Model For Stock Market Prediction Using Financial News.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Revista Electronica de Veterinaria,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Financial news sentiment meets market data: A large language model-based approach to stock price.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Information Sciences,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Multimodal Stock Price Prediction in the Chinese Market via Financial Sentiment Analysis and Feature.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Proceedings of the 3rd International Conference on Data Analysis and Machine Learning,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Stock Market Prediction Based on Financial News, Text Data Mining, and Investor Sentiment Analysis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Information System Modeling and Design,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Collect historical price data together with financial news and social media text for the target stocks.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Preprocess and align the multi-source data into daily instances grouped per trading day.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Represent each trading day as a bag of news instances under the Multiple Instance Learning formulation.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Train a hybrid model combining sequence learning over prices with attention over news content.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Predict directional movement and evaluate using accuracy, precision, recall and F1-score.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Compare multi-source performance against a price-only baseline.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Price-only models miss the news and sentiment that actually move markets.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Labelling each news article individually is impractical and noisy.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Financial data is volatile and non-stationary, so models degrade quickly.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Predictions without explanation are not actionable for an investor.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prediction model that fuses price history with news and sentiment under a multiple-instance formulation.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