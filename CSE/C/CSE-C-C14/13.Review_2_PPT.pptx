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VeriVision AI is designed and built: the data and models, what is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problem, our heterogeneous-ensemble approach, and how the base paper relates (shared aim, different scope and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Routes live in app/routes.py and app/api.py; inference, fusion, explanation and robustness are separate modules so each can be tested alone. Storage is local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design principles: one analysis path, auditable fusion, and numbers that come from scripts. The same pipeline serves the live app and the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 about the data: 32 px images from one generator, and only 6,000 of the 100,000 training images because of CPU-only training. The cross-domain probe exists precisely to test how far the result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rejects bad uploads with a JSON error before any model runs. Augmentation differs per route on purpose: A2 is the distortion-hardened route, B and C are moderate.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heterogeneous routes: two EfficientNet variants with different augmentation, a larger ResNet at higher resolution, and a light MobileNet trained with focal loss. Weights are the product's configured values, not tuned.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Settings from scripts/common.py and the train_* scripts. Validation F1 chose the checkpoint. Only one seed per route was run, so rankings between close routes carry run-to-run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Weights and gate thresholds live in app/config.py and are engineering defaults, not tuned. The ablation on the same logits shows the gates are neutral on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validation and sign-in, preprocessing and route logits, fusion, Grad-CAM, robustness, insights, and training and evaluation, with three data stores of local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point: the service modules are plain Python files of functions, drawn as classes in the UML to show responsibilities. There is deliberately no database for this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source. requirements.txt pins the versions that were tested; run.bat starts both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gaps: cross-generator generalisation was measured and not achieved, and the seed study, Grad-CAM faithfulness test and user study were not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headline numbers, each with its caveat. 92.35 percent accuracy and ROC-AUC 0.9865 on 2,000 CIFAKE test images; the same models score 51.0 percent, AUC 0.499, on full-resolution photographs and AI images from other sources, so cross-generator generalisation, objective 4, was measured and not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 with the CIFAKE-trained models. They show the interface, not proof of correctness: the verdicts on single images are only as reliable as the measured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cover preprocessing, fusion, both gates, response structure and the API routes; the smoke script and browser walk cover the running system. Latency was measured on 127.0.0.1 with the machine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step or by measuring it and saying so plainly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two items address the biggest honest gaps: a small single-generator training set and a cross-domain result at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four routes (disagreement carries information, and HEDGE motivates heterogeneous routes); why the gates did not help (they rarely fire on 32 px CIFAKE); whether Grad-CAM proves why the model decided (it is a qualitative aid).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VeriVision 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AI Generated Images with CNN and Interpretation Using Explainable 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four CNN routes, logit fusion and Grad-CAM explanations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Ponugoti Viduranandan  23K91A05J5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Naina Baherji  23K91A05G9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Likki Pranathi  23K91A05D2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Motasani Sathish  23K91A05G0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 Thanmayee,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C14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database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AI-generated images are realistic enough to fool people. Detectors trained on one generator often fail on another, resizing and compression remove the cues, and a bare verdict is not credible without an explanation.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VeriVision AI runs four CNN routes on every uploaded image, fuses their logits with two gating rules, shows Grad-CAM heat maps, and re-tests the image after JPEG, resize and blur. All on a CPU, all local.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Larue et al. (CTrue) detect face deepfakes one-class. We share the aim of generalisable detection but work on general images, supervised, with explanations; HEDGE is the design reference for fusion and gating. Results are not comparable.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643" y="1188720"/>
            <a:ext cx="5954232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0" y="1371600"/>
            <a:ext cx="42976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and Vite web app (port 5414), six pages: landing, login, analyze, insights, models, status.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Flask (port 8414); /api/analyze, /api/predict, /api/insights, demo sign-in with a signed token; PNG, JPG, JPEG, WEBP up to 10 MB.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Inference: four PyTorch models loaded once, logit fusion, Grad-CAM, robustness variants.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Data: checkpoints, metadata and metric JSON as files. No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 upload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Validate + RGB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Resize + normalise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Four CNN routes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Fuse + gates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Grad-CAM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0136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0972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Robustness check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One analysis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POST /api/analyze validates the image, runs the four routes and the fusion, adds three Grad-CAM overlays and the three robustness variants, and returns one JSON result.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Deterministic fusion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Weighted logits plus two transparent gates; every response lists the per-route votes, active weights and gate notes, so the verdict can be audited.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2834640"/>
            <a:ext cx="3520440" cy="3291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72A"/>
                </a:solidFill>
              </a:rPr>
              <a:t>Measured, not typed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5661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scripts/run_cifake_experiments.py writes every reported number to experiments/cifake/metrics.json; the Insights page and the figures read from artifacts, not from typed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used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6,000 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plus 1,200 validation and 2,000 test images, class-balanced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32 x 32 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CIFAKE image size (JPEG)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generator in training data: Stable Diffusion 1.4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cross-domain probe images (other sources)</a:t>
            </a:r>
          </a:p>
        </p:txBody>
      </p:sp>
      <p:pic>
        <p:nvPicPr>
          <p:cNvPr id="42" name="Picture 41" descr="f01_dataset_sp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270" y="2697480"/>
            <a:ext cx="5185458" cy="2926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83680" y="269748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CIFAKE (Bird and Lotfi): 60,000 real CIFAR-10 images and 60,000 Stable Diffusion v1.4 images; official split 100,000 train / 20,000 test.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We use a class-balanced subset (seed 42) because training is CPU-only: validation is drawn from the train split, test from the official test split.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Cross-domain probe: 300 real photographs and 300 AI images from another Hugging Face dataset (MIT), larger and from other generators.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The models that shipped first were trained on synthetic demo images (100% scores, no meaning) and were replaced.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150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Images per class in each split of the subset.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augmentation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Extension and size check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97810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12694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Non-empty, decodes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61864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76748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Convert to RGB, &gt;= 8 px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25919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40803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Resize 224 / 320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9973" y="15956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4857" y="128016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ImageNet mean / std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48640" y="2514600"/>
          <a:ext cx="658368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566928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Training augmentation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Random-resized-crop (0.8-1), flip, colour jitter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A2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Stronger crop (0.6-1), rotation 12, jitter, blur, noise, JPEG 40-90, down-up resize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B, 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Crop (0.75-1), flip, rotation 8, jitter, blur, JPEG 50-95 with p = 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7406640" y="251460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</a:rPr>
              <a:t>At inference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PNG, JPG, JPEG or WEBP only, at most 10 MB, at least 8 x 8 px.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Routes A1, A2 and C see 224 px; route B sees 320 px and is averaged with its horizontal flip.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Uploads are decoded in memory and discarded after the reply.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1">
                <a:solidFill>
                  <a:srgbClr val="0F172A"/>
                </a:solidFill>
              </a:rPr>
              <a:t>Known effect: 32 px images are up-scaled 7-10x, so detail is interpolated, not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5486400"/>
                <a:gridCol w="3108960"/>
                <a:gridCol w="158191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Architecture, input, 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Trainable / total params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Fusion weight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</a:rPr>
                        <a:t>A1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EfficientNet-B0, 224 px, cross-entropy, normal augmentation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1,131,954 / 4,010,110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</a:rPr>
                        <a:t>A2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EfficientNet-B0, 224 px, cross-entropy, distortion-hardened augmentation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3,158,302 / 4,010,110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0.15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</a:rPr>
                        <a:t>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ResNet50, 320 px, cross-entropy, flip test-time averaging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14,968,834 / 23,512,130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</a:rPr>
                        <a:t>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MobileNetV3-Large, 224 px, focal loss (gamma 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2,185,522 / 4,204,594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0.25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5120640"/>
            <a:ext cx="347472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5212079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ImageNet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57062"/>
            <a:ext cx="320040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pretrained weights, upper blocks fine-tuned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5120640"/>
            <a:ext cx="3474720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97680" y="512064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8848" y="5212079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 classes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757062"/>
            <a:ext cx="3200400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REAL (0) and AI_GENERATED (1)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5120640"/>
            <a:ext cx="359359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46720" y="512064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47888" y="5212079"/>
            <a:ext cx="331927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No GPU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5757062"/>
            <a:ext cx="331927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everything trains and runs on a CPU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34440"/>
          <a:ext cx="11091672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Optimiser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AdamW, weight decay 1e-4, cosine decay; lr 3e-4 (route B 2e-4); batch 32 (B 16)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Epochs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A1, A2, C: 5; B: 3 (best validation F1 at epoch 2 kept); early stopping patience 3 on validation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A1 42, A2 43, B 44, C 45 (single run per route)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Best validation acc. / 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A1 0.9258 / 0.9270 ; A2 0.8983 / 0.9047 ; B 0.8775 / 0.8902 ; C 0.9058 / 0.9110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Hardware and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Intel Core i5-12500, 16 GB, CPU only; about A1 24, A2 22, B 53, C 13 min (upper bounds, shared PC)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Picture 26" descr="f04_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4487"/>
            <a:ext cx="7132320" cy="23380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11480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Training and validation loss fall for every route; route B overfits after epoch 2 (validation loss rises) and route C trains to a very low loss with a higher validation loss. One run per route, no seed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logic: logit fusion with two gates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flowchart_ensem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5567"/>
            <a:ext cx="5852160" cy="52669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92240" y="1371600"/>
            <a:ext cx="51206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Fusion.</a:t>
            </a:r>
            <a:r>
              <a:rPr sz="1700" b="0" i="0">
                <a:solidFill>
                  <a:srgbClr val="0F172A"/>
                </a:solidFill>
              </a:rPr>
              <a:t> Weighted sum of raw logits (0.35, 0.15, 0.25, 0.25), then softmax; the larger probability is the confidence.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Gate 1.</a:t>
            </a:r>
            <a:r>
              <a:rPr sz="1700" b="0" i="0">
                <a:solidFill>
                  <a:srgbClr val="0F172A"/>
                </a:solidFill>
              </a:rPr>
              <a:t> Drop route B when its margin is at least 2.5 and all three other routes disagree.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Gate 2.</a:t>
            </a:r>
            <a:r>
              <a:rPr sz="1700" b="0" i="0">
                <a:solidFill>
                  <a:srgbClr val="0F172A"/>
                </a:solidFill>
              </a:rPr>
              <a:t> Nudge the fused logits by 0.75 toward the B + C class when B and C agree with margins of at least 2.5 and the fused direction differs.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Wording.</a:t>
            </a:r>
            <a:r>
              <a:rPr sz="1700" b="0" i="0">
                <a:solidFill>
                  <a:srgbClr val="0F172A"/>
                </a:solidFill>
              </a:rPr>
              <a:t> At least 0.85 High, at least 0.60 Moderate, else Low confidence.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1" i="0">
                <a:solidFill>
                  <a:srgbClr val="0F172A"/>
                </a:solidFill>
              </a:rPr>
              <a:t>Finding.</a:t>
            </a:r>
            <a:r>
              <a:rPr sz="1700" b="0" i="0">
                <a:solidFill>
                  <a:srgbClr val="0F172A"/>
                </a:solidFill>
              </a:rPr>
              <a:t> The gates fired on 7 of 2,000 test images (Gate 1) and 0 (Gate 2); without them accuracy is 92.45% against 92.35%. They did not help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8177"/>
            <a:ext cx="5669280" cy="3741724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92240" y="1280160"/>
          <a:ext cx="5148072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53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preprocessing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upload checks, RGB decode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four architectures, checkpoints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inference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per-route logits, flip TTA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ensemble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fusion, Gate 1, Gate 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Grad-CAM overlays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robustness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JPEG, resize, blur variants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api /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JSON API, classic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config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weights, gates,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scripts/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prepare, train, evaluate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1988"/>
            <a:ext cx="5852160" cy="3745382"/>
          </a:xfrm>
          <a:prstGeom prst="rect">
            <a:avLst/>
          </a:prstGeom>
        </p:spPr>
      </p:pic>
      <p:pic>
        <p:nvPicPr>
          <p:cNvPr id="27" name="Picture 26" descr="06_uml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57884"/>
            <a:ext cx="5029200" cy="4828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2578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No relational database: persisted state is four checkpoints, model_metadata.json and the evaluation JSON and PNG. The session token is signed, not stored; uploads live in memory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853135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Python 3.11.9, Flask 3.1.3, signed demo token, JSON error handlers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Deep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PyTorch 2.14.1 (CPU build), torchvision 0.29.1 with ImageNet weights: EfficientNet-B0, ResNet50, MobileNetV3-Large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pytorch-grad-cam 1.5.7 (Grad-CAM), OpenCV headless 5.0, Pillow 13.0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Data and 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NumPy 2.4.6, pandas 3.0.6, scikit-learn 1.9.1, matplotlib 3.11.2, reportlab 5.1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Vite 8, React Router 7, Recharts, Framer Motion, GSAP (port 5414)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pytest 9.1.1, API smoke script, Playwright browser walk of every screen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Intel Core i5-12500 (6 cores, 12 threads), 16 GB RAM, no GPU, Windows 11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1600200"/>
                <a:gridCol w="47365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Data preparation (CIFAKE subset, cross-domain probe)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6,000 / 1,200 / 2,000 images; 600 probe 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Four CNN routes trained and evaluated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ensemble accuracy 92.35%, single 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Logit fusion, Gate 1 and Gate 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gates fired 7 and 0 times: no gain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Grad-CAM on three routes, robustness re-check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qualitative only; consistency k/n shown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Flask API and React web app (6 pages)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29 of 29 smoke checks; 19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Automated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Done, partial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19 of 19 pytest; no unit tests of Grad-CAM or robustness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Cross-generator generalisation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cross-domain accuracy 51.0%, AUC 0.499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Seed study, Grad-CAM faithfulness, GPU run,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92.35%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ensemble accuracy, held-out test (n = 2,000)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0.9275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ensemble F1 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0.9865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ensemble ROC-AUC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51.0%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cross-domain accuracy: chance level</a:t>
            </a:r>
          </a:p>
        </p:txBody>
      </p:sp>
      <p:pic>
        <p:nvPicPr>
          <p:cNvPr id="42" name="Picture 41" descr="f02_branch_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240" y="2651760"/>
            <a:ext cx="5227200" cy="3017520"/>
          </a:xfrm>
          <a:prstGeom prst="rect">
            <a:avLst/>
          </a:prstGeom>
        </p:spPr>
      </p:pic>
      <p:pic>
        <p:nvPicPr>
          <p:cNvPr id="43" name="Picture 42" descr="f08_robust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59155"/>
            <a:ext cx="5486400" cy="300272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Single run, seed 42, CIFAKE subset (32 px, one generator). 95% CI for accuracy 0.911 to 0.934; the ensemble's edge over route A1 is not statistically distinguishable. It over-predicts AI-generated (false-positive rate 13.1%). Resize and blur cut accuracy to about 58 to 61%.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c14_deck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032"/>
            <a:ext cx="5120640" cy="18288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7" name="Picture 26" descr="c14_deck_s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145086"/>
            <a:ext cx="5120640" cy="233669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8" name="Picture 27" descr="c14_deck_s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3840480"/>
            <a:ext cx="5120640" cy="2340864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29" name="Picture 28" descr="c14_deck_s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1" y="3840480"/>
            <a:ext cx="5120640" cy="2340864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548640" y="35112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Verdict card: label, confidence, 4/4 branches agree (CIFAKE test image).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5112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Per-route votes and the robustness consistency check.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087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Grad-CAM: original image and heat map for the EfficientNet route.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62087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Model insights: held-out metrics read from the evaluation artifacts.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19 /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74136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75304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29 / 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 passed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99631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console errors in the browser walk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325880"/>
            <a:ext cx="260604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25128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26296" y="1417320"/>
            <a:ext cx="233172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0.25 s / 1.7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1988819"/>
            <a:ext cx="233172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/api/predict and /api/analyze on a CPU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60720"/>
                <a:gridCol w="5330952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The ensemble leans toward AI-generated: false-positive rate 13.1%, false-negative rate 2.2%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Reported; a higher threshold (0.7 to 0.8) lowers false positives but was picked on the test set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Resize and blur drop ensemble accuracy to 61.0% and 58.3%; the hardened route A2 was no better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Reported as a limit; hardening did not transfer to these distortions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covered: Grad-CAM and robustness unit tests, load, GPU timing, adversarial attacks, user study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shipped models were trained on synthetic demo images (100% scores, meaningless)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Retrained all four routes on a real CIFAKE subset; the synthetic numbers are kept only as a footnote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CPU-only training: route B alone took about 53 min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Class-balanced subset of 6,000 training images, 3 to 5 epochs, early stopping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The gates, as designed, never changed a result (fired 7 and 0 times)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Ablation on the same logits; reported as no gain, defaults left unchanged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Cues vanish under resize and blur; distortion-hardened A2 did not help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Measured and reported; the robustness check shown to the user as a consistency score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Cross-domain probe at chance (51.0%, AUC 0.499)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Objective 4 stated as not achieved; multi-generator, higher-resolution data planned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More and better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Train on the full 100,000 CIFAKE images and on several generators at higher resolution; evaluate per generator.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74136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75304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Stronger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Repeat with several seeds, tune weights, gates and the threshold on a validation set, and test on held-out generators.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1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00799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Explanation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799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Test Grad-CAM quantitatively with deletion and insertion, and compare with other attribution methods.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1463040"/>
            <a:ext cx="2606040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26296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16184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Hardening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331720"/>
            <a:ext cx="2203704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Unit tests for explainability and robustness, a GPU run, load tests, and real user authentication.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Vision">
  <a:themeElements>
    <a:clrScheme name="VeriVision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Veri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VeriVisio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AI Generated Images with CNN and Interpretation Using Explainable AI: Review 2</dc:title>
  <dc:subject>Batch C14 (CSE-C)</dc:subject>
  <dc:creator>Ponugoti Viduranandan, Naina Baherji, Likki Pranathi, Motasani Sathish</dc:creator>
  <cp:lastModifiedBy/>
  <cp:revision>1</cp:revision>
  <dcterms:created xsi:type="dcterms:W3CDTF">2026-10-13T12:40:05Z</dcterms:created>
  <dcterms:modified xsi:type="dcterms:W3CDTF">2026-10-13T12:40:05Z</dcterms:modified>
  <cp:keywords>AI-generated image detection, CNN ensemble, Grad-CAM, explainable AI, image forensics</cp:keywords>
  <dc:description/>
  <cp:category/>
</cp:coreProperties>
</file>