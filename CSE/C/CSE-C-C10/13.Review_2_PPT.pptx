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built, what is implemented, the first measured results on real data,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gap in feature engineering and rare-class handling, and how the base paper relates (model family and motivation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FastAPI layer calls the same predictor service for the JSON API and the original server-rendered pages, so both use one model and one retrieval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preprocessing objects are used for training and serving. The experiment scripts reuse the product's own preprocessing and model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app runs on a synthetic table of 1,400 rows because the public CSV needs a login; the identical 923-row public table was obtained separately and, after the app's own de-duplication, has 922 rows. All real results come from that table. Its lack of descriptions means the text half of the fusion cannot be tested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steps live in app/ml/preprocessing.py, dataset.py and retrieval.py. The preprocessor is saved with the model so serving uses the same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best model on the shipped synthetic table is Logistic Regression; on the real table the tree ensembles are ahead, which is reported in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is seconds, not hours: the whole real-data study of five models and all ablations takes about two minutes on the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the core algorithm flowchart. The risk labels are rules on the displayed confidence; they are not validated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predict, model statistics and insights, evaluation/training, with the artefact files as the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stores files, not rows. The class diagram shows the real modules and the request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 and starts with run.bat. No external prediction service or API key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 are founder data, temporal validation and anything involving real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922-row table: ensembles reproduce the base paper's ranking but not its accuracy level. Dropping the four post-outcome-style fields lowers ROC-AUC from 0.82 to 0.72 (Random Forest), so these numbers are an upper bound for early-stage prediction. The shipped app's own 0.749 is on synthetic data and is not a real-world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app. The submission is a software startup in California with USD 2.50 M over two rounds; the screens are served by the model trained on the synthetic fallback table, so the statistics shown on the performance screen are the synthetic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pytest tests, 15 smoke checks and 29 API edge cases. No load, stress or penetration test was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changed either the experiment design or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None of these items is claimed as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the shipped model is not the best on real data; why text is untested on real data; how leakage was checked; what the base paper's numbers mean for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VenturePulse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Efficient Novel Approach for Predicting Startup Company Success Rates Using Advanced Machine Learning Paradigms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classifiers, comparable-startup retrieval and feature drivers behind a FastAPI service and a React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Orchu Shirisha  23K91A05H6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Mudavath Raghavendar  23K91A05G1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Majgi Vaishnavi  23K91A05E0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Polishetty Poojitha  23K91A05J4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 Prasanna,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C10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Startup success is judged subjectively; failure causes show up only after capital is committed; success is rare or imbalanced in data; and a bare prediction names no drivers.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37 structured features plus a MiniLM text embedding are fused. Four classifiers are compared; the best serves a prediction, and a balanced retrieval returns comparable historical startups with the top feature drivers.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Panjwani et al. (2026) report that ensembles predict best (85-92 % accuracy, dataset not stated). We keep the model family and add retrieval, explanations and a measured, leakage-aware evaluation; their numbers are not reproducible from the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018" y="1188720"/>
            <a:ext cx="6244682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Three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18 app (VenturePulse, port 5410) with landing, sign-in, dashboard, analyse, performance and insights screens.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 (port 8410), JSON endpoints plus the original Jinja pages; one model held in memory.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Domain: app/ml (dataset, preprocessing, embeddings, retrieval, models, evaluation) and app/services (store, predictor, insights).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artefact files in models/; no SQL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Startup 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 + encode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Embed text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Fuse + index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 4 models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Select + save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Predict + explain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3200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Leakage-safe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6616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Preprocessing is fitted on the training part of each split, and retrieval searches training rows only, so a test startup never retrieves itself.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3200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Class weighting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6616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Balanced class weights in Logistic Regression, Decision Tree and Random Forest; imbalance strategies are compared on the real table.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3200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6616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scripts/run_experiments.py and extra_experiments.py write JSON; every number in the documents is read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two tables, kept apart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1,400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fallback rows (shipped app)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real public rows after de-duplication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596 / 326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real: success / failure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595 / 805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synthetic: success / failure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2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5029200"/>
                <a:gridCol w="441655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Shipped synthetic 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Real public 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Source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Generated with the same schema (public CSV was not available)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Kaggle 'Startup Success Prediction' (public domain), US startups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acquired = SUCCESS (42.5 %), closed = FAILURE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acquired = SUCCESS (64.6%), closed = FAILURE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Template descriptions that differ by class (they leak the label)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description column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Serving the app,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All real measurements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</a:rPr>
              <a:t>In the real table SUCCESS is the majority class, the reverse of what the objectives assumed. Features that are recorded around or after the outcome (relationships, milestones) are flagged as leakage-like and tested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feature extraction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6583680"/>
                <a:gridCol w="26791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the code does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Clean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Drop duplicates; map acquired/IPO to SUCCESS (1) and closed to FAILURE (0); coerce numbers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Valid labelled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Missing values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Median imputation (numeric), most-frequent (flags), constant 'Unknown' (categorical)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 NaN reaches a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Scale and encode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StandardScaler on 9 numeric fields + log1p funding; one-hot state (10) and industry (10)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37 structured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Clean description, mask company name, MiniLM embedding (384-d), L2-normalised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Text vector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Fuse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x = [0.5 s, 0.5 t], then L2-normalise so cosine similarity is a dot product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421-d fused vector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39496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</a:rPr>
              <a:t>Seven flags and nine numeric fields:</a:t>
            </a:r>
            <a:r>
              <a:rPr sz="1300" b="0" i="0">
                <a:solidFill>
                  <a:srgbClr val="0F172A"/>
                </a:solidFill>
              </a:rPr>
              <a:t> has_VC, has_angel, has_roundA-D, is_top500; funding total and rounds, ages at first and last funding and milestone, relationships, milestones, average participants. Funding velocity is only approximated by the ages and the number of rounds; no team-experience field exists in either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four classifiers on fused features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4 + 1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classifiers (+ HistGradientBoosting in the study)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structured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text embedding dimensions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k = 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default comparable startups (10/20/30/50)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Configuration (app/ml/models.py)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lbfgs, class_weight balanced, C = 1, max_iter 1000. Serves predictions in the app (best balanced accuracy on the shipped data)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Decision Tree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max_depth 8, min_samples_split 10, min_samples_leaf 5, balanced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300 trees, min_samples_leaf 2, balanced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400 trees, depth 6, learning rate 0.05, subsample 0.8, colsample 0.8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</a:rPr>
              <a:t>Selection rule: highest mean balanced accuracy over five stratified 80/20 splits (seed 42).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evaluation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188720"/>
          <a:ext cx="11091672" cy="23591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9079992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Protocol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5 x StratifiedShuffleSplit, 80 % train / 20 % test, seed 42; preprocessing fitted on train only; mean ± std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Accuracy, balanced accuracy (primary), precision, recall, F1, ROC-AUC, confusion matrix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Studies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Representation (structured / text / combined), retrieval k, imbalance, threshold, calibration, forest size, 70:30, leakage ablation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Real-data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922 rows, structured features, 139 s on CPU for the full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Intel Core i5-12500 (6 cores, 12 threads), 15.7 GB RAM, Windows 11 Pro, CPU only (no GPU)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11_evaluation_protoc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057" y="3657600"/>
            <a:ext cx="3136604" cy="2697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72400" y="384048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protocol follows the 2026 retrieval paper [2] (five repeated stratified 80/20 splits, balanced accuracy) and also runs the base paper's 70:30 split with five seeds, so both can be compared with the same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prediction, retrieval and risk label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0" cy="5166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371600"/>
            <a:ext cx="60350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Predict.</a:t>
            </a:r>
            <a:r>
              <a:rPr sz="1400" b="0" i="0">
                <a:solidFill>
                  <a:srgbClr val="0F172A"/>
                </a:solidFill>
              </a:rPr>
              <a:t> The model returns P(success); the outcome is the larger of P(success) and P(failure), and the confidence is that maximum.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Retrieve.</a:t>
            </a:r>
            <a:r>
              <a:rPr sz="1400" b="0" i="0">
                <a:solidFill>
                  <a:srgbClr val="0F172A"/>
                </a:solidFill>
              </a:rPr>
              <a:t> Cosine similarity to training rows only; half the k slots go to successful and half to failed startups, so rare cases are not crowded out.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Explain.</a:t>
            </a:r>
            <a:r>
              <a:rPr sz="1400" b="0" i="0">
                <a:solidFill>
                  <a:srgbClr val="0F172A"/>
                </a:solidFill>
              </a:rPr>
              <a:t> Top five signed coefficient or importance terms, plus counts and average similarity of the retrieved cases.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Risk label.</a:t>
            </a:r>
            <a:r>
              <a:rPr sz="1400" b="0" i="0">
                <a:solidFill>
                  <a:srgbClr val="0F172A"/>
                </a:solidFill>
              </a:rPr>
              <a:t> 'Lower risk' if SUCCESS with confidence at least 0.70; 'Moderate risk' if confidence at least 0.55; else 'Higher uncertainty'.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Caveat.</a:t>
            </a:r>
            <a:r>
              <a:rPr sz="1400" b="0" i="0">
                <a:solidFill>
                  <a:srgbClr val="0F172A"/>
                </a:solidFill>
              </a:rPr>
              <a:t> Logistic Regression with balanced class weights under-states P(success) on the real table (calibration slide of the final review).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9245"/>
            <a:ext cx="6675120" cy="4939588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98079" y="1371600"/>
          <a:ext cx="4142232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03911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ml/dataset.py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load CSV or synthetic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ml/preprocessing.py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clean, impute, scale, encode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ml/embeddings.py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MiniLM text vectors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ml/retrieval.py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fusion, balanced top-k search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ml/models.py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four classifiers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ml/evaluation.py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5 x 80/20 study, 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services/predictor.py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predict, explain, risk label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main.py, api_extra.py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routes, validation, demo sign-in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5412"/>
            <a:ext cx="4846320" cy="4458614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502" y="1188720"/>
            <a:ext cx="5551714" cy="4663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There is no SQL database: models and the training frame are files in models/, state is held in memory. The ER diagram models these artefacts.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800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Python 3.11, scikit-learn 1.5.2, XGBoost 2.1.3, pandas 2.2.3, NumPy, 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Text 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sentence-transformers 3.3.1 (all-MiniLM-L6-v2), torch 2.5.1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FastAPI 0.115.6, uvicorn 0.34.0, Pydantic validation (port 8410)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React 18, Vite 6, Tailwind CSS 4, Recharts (port 5410); original Jinja pages kept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pytest, API smoke and edge scripts,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0F172A"/>
                          </a:solidFill>
                        </a:rPr>
                        <a:t>Intel Core i5-12500 (6 cores, 12 threads), 15.7 GB RAM, Windows 11 Pro, CPU only (no GPU)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81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80560"/>
                <a:gridCol w="1463040"/>
                <a:gridCol w="5148072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Preprocessing, embeddings, fusion,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app/ml, 7 pytest tests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Four classifiers + evaluation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5 x 80/20, metrics JSON, 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Real-data experiments (922 rows)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run_experiments.py, extra_experiments.py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 service and React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15 smoke + 29 API edge checks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Founder / team-experience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such field in either 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Temporal split, SHAP, calibration fix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table has no dates;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Text channel on real data, user study, load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stated as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real table, 5 x 80/20 splits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XGBoost balanced 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Random Forest ROC-AUC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Random Forest F1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Logistic Regression balanced accuracy</a:t>
            </a:r>
          </a:p>
        </p:txBody>
      </p:sp>
      <p:pic>
        <p:nvPicPr>
          <p:cNvPr id="42" name="Picture 41" descr="f01_model_comparison_r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122" y="2651760"/>
            <a:ext cx="6296794" cy="370332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955279" y="2697480"/>
            <a:ext cx="3685032" cy="3611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15644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852928"/>
            <a:ext cx="2679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3566160"/>
            <a:ext cx="328269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Random Forest 0.746 ± 0.031, XGBoost 0.746 ± 0.026, Logistic Regression 0.709 ± 0.025 (balanced accuracy). Ensembles lead, within one std of each other. Accuracy 0.775 is below the base paper's 85-92 %. Without relationships and milestones, ROC-AUC drops to about 0.719.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7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7" y="1143000"/>
            <a:ext cx="3512744" cy="4434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56692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Result for a real submission: SUCCESS 83.3 %, Lower risk, 50 comparable startups</a:t>
            </a:r>
          </a:p>
        </p:txBody>
      </p:sp>
      <p:pic>
        <p:nvPicPr>
          <p:cNvPr id="28" name="Picture 27" descr="08_perform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902" y="1143000"/>
            <a:ext cx="2847155" cy="4434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572000" y="5669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Model performance screen</a:t>
            </a:r>
          </a:p>
        </p:txBody>
      </p:sp>
      <p:pic>
        <p:nvPicPr>
          <p:cNvPr id="30" name="Picture 29" descr="09_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230909"/>
            <a:ext cx="3776472" cy="425902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7863840" y="5669280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Startup insights screen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automated checks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smoke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edge and validation cases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unit tests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766560"/>
                <a:gridCol w="4325112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POST /predict median 148 ms (k = 10) and 198 ms (k = 50); GET endpoints 3.0-14.5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Measured on 127.0.0.1, CPU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Out-of-range funding, rounds, k outside {10,20,30,50} and over-long descriptions return 422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Pydantic limits; 29 cases pass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A demo token with one signature character changed is rejected (401)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A first check that only appended text was corrected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5212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Public CSV needs a login; the shipped model trained on synthetic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Obtained the identical public table, ran all real experiments on it, labelled app screens as synthetic-trained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Synthetic text leaks the label, so text looks useful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Reported text results as synthetic only; text untested on real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SUCCESS is the majority class, not the rare class assumed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Compared weights, oversampling and thresholds; reported recall trade-offs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Some fields look recorded after the 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Ran a leakage ablation (ROC-AUC 0.82 to 0.72) and stated the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Saved models failed to load with the pinned library versions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Re-trained with the pinned versions; Logistic Regression unchanged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Calibrate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Correct the probability bias of the class-weighted model and re-check the risk label thresholds.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Richer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Find a table with dates, descriptions and founder fields to test text and a temporal split.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Explain better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Add SHAP-style attributions and significance tests over more splits.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Finish and 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Final deck, report and paper from the same measured numbers.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nturePulse">
  <a:themeElements>
    <a:clrScheme name="VenturePulse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Venture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nturePuls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Efficient Novel Approach for Predicting Startup Company Success Rates Using Advanced Machine Learning Paradigms: Review 2</dc:title>
  <dc:subject>Batch C10 (CSE-C)</dc:subject>
  <dc:creator>Orchu Shirisha, Mudavath Raghavendar, Majgi Vaishnavi, Polishetty Poojitha</dc:creator>
  <cp:lastModifiedBy/>
  <cp:revision>1</cp:revision>
  <dcterms:created xsi:type="dcterms:W3CDTF">2026-10-13T12:40:05Z</dcterms:created>
  <dcterms:modified xsi:type="dcterms:W3CDTF">2026-10-13T12:40:05Z</dcterms:modified>
  <cp:keywords>Startup Success Prediction; Machine Learning; Predictive Analytics; Business Analytics; Classification Algorithms; Random Forest; Decision Tree; Logistic Regression; Feature Engineering; Artificial Intelligence</cp:keywords>
  <dc:description/>
</cp:coreProperties>
</file>