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Orchu Shirisha	23K91A05H6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Mudavath Raghavendar	23K91A05G1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Majgi Vaishnavi	23K91A05E0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Polishetty Poojitha	23K91A05J4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 Prasanna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400" b="1" dirty="0">
                <a:solidFill>
                  <a:srgbClr val="C0504D"/>
                </a:solidFill>
                <a:latin typeface="Times New Roman" pitchFamily="18" charset="0"/>
              </a:rPr>
              <a:t>An Efficient Novel Approach for Predicting Startup Company Success Rates Using Advanced Machine Learning Paradigms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Startup companies play a vital role in economic growth and innovation, but many fail due to factors such as inadequate funding, poor market analysis.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Predicting the success of a startup at an early stage can help entrepreneurs, investors, and stakeholders make informed decisions and reduce financial risks.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proposes an efficient machine learning-based approach to predict the success rate of startup companies using historical startup data.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proposed system analyzes various factors such as funding amount, industry sector, company age, founder experience, employee strength, and market trends.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After preprocessing the data and selecting relevant features, multiple machine learning algorithms are trained and evaluated to identify the most accurate prediction model.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"Startup Success Prediction Using Machine Learning and Ensemble Techniques"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International Journal for Research in Applied Science and Engineering Technology   |   2026   |   DOI: 10.22214/ijraset.2026.80226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applies ensemble methods to startup success prediction. The gap is systematic feature engineering around funding velocity and team composition, with explicit handling of the rare-success class.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Most startups fail, and the causes are often visible in early indicators.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Investors and founders currently judge prospects largely on experience and intuition.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Structured data on funding, team, sector and market is available from the earliest stage.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Machine learning learns which combinations of these factors historically preceded success.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Ensemble classifiers handle the mixed categorical and numerical nature of startup data well.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An early, evidence-based signal reduces wasted capital and effort.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Startup Success Prediction Using Machine Learning and Ensemble Techniques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for Research in Applied Science and Engineering Technology,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Impact of Venture Capital on Startup Success Rates Across Indutry: An Emperical Study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European Economic Letters, 2024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Disagreement Predicts Startup Success: Evidence from Venture Competitions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Strategy Science,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23Chapter 1 The Role and Impact of SICTIC in the Swiss Startup Ecosystem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Venture Capital Success,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Impact of Venture Capital on Startup Success and Economic Growth in Nepal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Nepalese Journal of Finance,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Collect a startup dataset covering funding history, team background, sector, location and outcome.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Clean the data and engineer features capturing funding velocity, team experience and market context.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Address class imbalance between successful and failed startups.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Train and compare Logistic Regression, Decision Tree, Random Forest and boosting ensembles.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Identify the features that most strongly separate successful from failed startups.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Evaluate using accuracy, precision, recall, F1-score and ROC-AUC.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Startup success is judged subjectively, leading to inconsistent investment decisions.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Failure causes become obvious only after capital has already been committed.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Success is rare in the data, so naive models under-predict the positive class.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prediction without stated drivers gives a founder nothing to act upon.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machine learning model that predicts startup success early from structured indicators and names the factors driving each prediction.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