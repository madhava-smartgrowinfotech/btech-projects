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Mohammed Anwar-Ul-Haq	23K91A05F6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Mohammad Mosin	23K91A05F4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Manda Akshitha	23K91A05E4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Kothlapur Ganesh	24K95A0516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 Shruthi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SECURE VOTING SYSTEM WITH AADHAR VERIFICATION THROUGH BLOCKCHAIN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Secure Voting System is a web-based electronic voting platform designed to provide a secure, transparent, reliable.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Traditional voting systems may involve challenges such as long queues, manual processing, human errors, limited accessibility, and delays in vote counting.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proposed system aims to address these challenges by providing a controlled digital environment in which eligible voters can securely authenticate themselves and cast.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consists of separate modules for voter registration and authentication, voter verification, election and candidate management, secure vote casting, vote storage.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Appropriate authentication and authorization mechanisms are incorporated to ensure that only eligible voters can participate and that each voter can cast a vote only once.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"Blockchain-enhanced electoral integrity: a robust model for secure digital voting systems in Oman."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2025   |   DOI: 10.12688/f1000research.160087.3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establishes blockchain models for electoral integrity. The gap is combining that ledger with national identity verification and a full election administration workflow in one deployable system.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Elections depend on public confidence that every vote is counted exactly once and cannot be altered.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Manual polling involves long queues, human error and slow counting.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Purely digital voting raises fresh concerns about tampering, duplicate voting and auditability.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Blockchain records each vote in an append-only ledger that cannot be silently modified.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Aadhaar-based verification binds a ballot to a verified identity and enforces one voter one vote.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Cryptographic hashing and audit logs make the result independently verifiable after the poll closes.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Blockchain-enhanced electoral integrity: a robust model for secure digital voting systems in Oman.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Electronic Voting System Powered by Blockchain Technology: A Study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2024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Decentralized Trust: A Blockchain-Based Framework for Secure Electronic Voting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Blockchain in Electronic Voting Systems: Trust and Security Challenges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Scientific Journal of Artificial Intelligence and Blockchain Technologies,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Electronic Voting (e-voting) sebagai Aplikasi Terdesentralisasi pada Vexanium Blockchain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Faktor Exacta, 2024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Build voter registration and authentication with Aadhaar-based identity verification.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Enforce the one-voter-one-vote constraint through identity binding and duplicate checks.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Record each cast ballot immutably using blockchain and cryptographic hashing.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Provide an administration portal to configure elections, candidates and polling windows.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Generate results automatically when the poll closes, with a complete chronological audit trail.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Apply role-based access control, input validation and TLS, and evaluate integrity and performance.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Manual voting is slow, needs heavy physical infrastructure and delays result declaration.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Conventional digital voting stores ballots in a database that an administrator could alter.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Without identity binding, duplicate or ineligible voting cannot be reliably prevented.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Voters and observers have no way to independently verify that results were not manipulated.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voting platform that verifies identity, records each ballot immutably, and produces an independently auditable result.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