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Mallela Pallavi	23K91A05E3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Kattoju Durgabhavani	24K95A0514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Nimmala Rakshitha	23K91A05H3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Prodhatoor Shashi Preetham	23K91A05K0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 Meenakshi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250" b="1" dirty="0">
                <a:solidFill>
                  <a:srgbClr val="C0504D"/>
                </a:solidFill>
                <a:latin typeface="Times New Roman" pitchFamily="18" charset="0"/>
              </a:rPr>
              <a:t>DDOS ATTACK DETECTION AND MITIGATION (Real-Time DDoS Detection and Adaptive Mitigation Framework Using Machine Learning)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Distributed Denial of Service (DDoS) attacks are a major cybersecurity threat to modern computer networks and online services.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In a DDoS attack, multiple compromised devices send a large amount of unwanted traffic to a target server or network.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As internet usage and connected devices continue to increase, detecting and responding to such attacks has become increasingly important.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a Real-Time DDoS Detection and Adaptive Mitigation Framework using Machine Learning.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CICIDS2017 dataset is used to train a Random Forest classifier to distinguish between normal and malicious network traffic.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"Resource-Aware Ensemble Framework for DDoS Detection in SDN via Novel Game-Theoretic Feature Selection"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10.1109/access.2025.3618519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applies ensemble detection within software-defined networks. The gap is closing the loop from real-time detection to automatic adaptive mitigation with measured response latency.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Distributed Denial of Service attacks overwhelm a service with traffic from many compromised devices.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growth of IoT has multiplied the number of devices available to attackers.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Signature-based defences fail against attack patterns they have not seen before.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Machine learning distinguishes attack traffic from legitimate traffic using flow features.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Detection alone is insufficient; traffic must be actively mitigated to restore service.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Software-defined networking allows mitigation rules to be applied programmatically in real time.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Resource-Aware Ensemble Framework for DDoS Detection in SDN via Novel Game-Theoretic Feature Selection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DDOS ATTACK DETECTION AND MITIGATION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Engineering Science and Advanced Technology,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IoT-based WISNE-SDN detection and DDOS attack mitigation using machine learning techniques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PeerJ Computer Science,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DDoS Attack Detection and Mitigation Using Double Deep Q-Networks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 International Conference on Software, Telecommunications and Computer Networks (SoftCOM),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AI-DRIVEN DDOS ATTACK DETECTION AND MITIGATION IN SDN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IJARCCE,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Acquire a benchmark intrusion dataset and extract network flow features.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Capture live traffic and compute the same features in real time.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Train a classifier to distinguish DDoS traffic from legitimate traffic.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Implement adaptive mitigation that rate-limits or blocks identified attack sources.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Build a dashboard showing live traffic, detection events and mitigation actions.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detection accuracy, false positive rate and time from detection to mitigation.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Signature-based defences cannot detect novel or modified attack patterns.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Detection without mitigation leaves the service unavailable while the attack continues.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Blocking legitimate users through false positives is itself a denial of service.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Attack traffic must be classified fast enough to act before resources are exhausted.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framework that detects DDoS traffic in real time and applies adaptive mitigation without blocking legitimate users.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