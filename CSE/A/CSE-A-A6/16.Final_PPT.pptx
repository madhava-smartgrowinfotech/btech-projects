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Be upfront: the title says alcohol, but what we built is an explainable eye-closure and head-tilt impairment-and-drowsiness warning for a rider. It cannot confirm alcohol, and we say so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 (with their limits),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first two bullets, then the measured numbers, then stress the last bullet: what the batch objectives promised and what was and was not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batch's base paper. It is about drowsiness on embedded hardware. We borrow the idea of eye aspect ratio plus personal calibration; we do not reproduce EAR-4, the voice interface or the fuzzy belief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Intoxication from facial video, thermal images or a smartwatch has been studied; eye aspect ratio is the standard cue for blinks and drowsiness. Only results we could read are shown. The DIF dataset [4] is cited in the report; many of its source videos are no longer reachable.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points from the survey. We built the complete explainable path and measured the eye-closure component; the data and prevention-action gaps remain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Classify, explain, record. A camera cannot confirm alcohol, so the output says possible impairment or drowsiness.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objectives achieved (one as rules), two partly, two not achieved: the deep-learning classifier and the prevention action. The full wording of each objective and its evidence is in Chapter 1 and Chapter 8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pipeline in one strip, then the four tiers. The decision logic is the same for the desktop and the web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Methodology: pipeline, calibration, the layers of verification and the fact that the research classifier is not used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Dataset, features and rules. The landmark model is Google's, not trained by us. The rule values are demonstration choices, not tuned on data; the CEW sweep later suggested 0.17 but the default was left at 0.21.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flowchart is drawn from RiskEngine.update in core.py. Blink rate is displayed but never warns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one camera frame through the API. Right: what a rider or demonstrator and a researcher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numbers are stored. Simulation rows are labelled so they can never be mistaken for rider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highlights. The web layer adds no decision logic; it wraps the original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measured result for one component: can the six-point EAR tell closed from open eyes. It is not an intoxication result. The default threshold falsely calls about 14.5 % of open eyes closed on this data and misses under 1 % of closed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Closed eyes cluster near 0.06 and open eyes near 0.29, with overlap; hence the high AUC and the threshold trade-off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threshold sweep on real CEW images. Middle and right: scripted streams, generated by seeded code, showing how the rule parameters trade detection against false alerts. These show behaviour, not accuracy on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 6 asked about low light and partial occlusion. The gates refuse to assess rather than guess, which is safe, but availability in dim light is poor.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timings are on a laptop CPU. The API sustains about 30 frames per second; the browser sends about 9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nothing here is directly comparable: different data, different hardware, and the base paper does not target alcohol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real camera path (a public-domain portrait played as a fake webcam). Right: the scripted simulation scenario, labelled SIMULATION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Calibration sets a personal EAR threshold; the thresholds screen exposes the six rule values with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History is numeric only. The research screen carries a Synthetic data banner; do not read its 100 percent as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of six objectives met, two partly, two not. We would rather state the gap than present a number we cannot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limitations are the honest list; the future scope is what would turn this prototype into an intoxication-specific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Alcohol Intoxication Detection and Prevention System Using AI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Smart Rider Impairment Warning System for Two-Wheelers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23K91A0522   B Pranitha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23K91A0531   Bantu Kavya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23K91A0560   Dasari Viveka Sarveshwari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23K91A0534   Bekkam Vamshi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PADMAVATHI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and Technology (Autonomous)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their status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Rules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Database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Threshold Analysis, Robustness, Performance &amp; Testing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Impaired riding is hard to police continuously: breath tests are occasional and need an officer; a rider's face, however, shows eye closure and head posture all the time.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 built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Smart Rider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a webcam system that measures the eye aspect ratio, closure time, closed-eye fraction and head roll, refuses to guess when the picture is poor, and shows one of three outputs with its reason: Normal, Possible impairment or drowsiness, Unable to assess.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 on 2,423 public CEW faces the eye-aspect-ratio separates closed from open eyes with AUC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0.989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(92.2% accuracy at the default threshold); a closure must last about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2.6 s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to warn; one camera frame takes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31 ms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through the web API; 20 unit tests and 34 API checks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scope: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it is not an alcohol detector. No deep-learning classifier was trained (no intoxication data existed), gaze is not measured, no ignition or contact action exists, and no study with riders was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C.-L. Feng and T.-H. S. Li, "Robust Driver State Assessment on an Embedded Platform Using a Fuzzy Belief Rule-Based Fusion of Eye Aspect Ratio and Voice Commands," IEEE Access, vol. 14, pp. 36158-36175, 2026, doi: 10.1109/ACCESS.2026.3670924.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51760"/>
          <a:ext cx="1115568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Four-point EAR-4 and six-point EAR from MediaPipe; head pose; Whisper-tiny voice commands; fuzzy belief rule-based fusion; personal threshold from more than 300 frames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NTHU-DDD: four subjects, 65,834 frames (29,804 open, 36,030 closed), 80/20 frame split; Random Forest and 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EAR-4 recall 0.894 and F1 0.845 (Subject 2, Random Forest; six-point EAR 0.856 and 0.813); 25 FPS on a Jetson Orin Nano 8 GB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Targets drowsiness, fatigue and distraction, not alcohol; four subjects; subject-independent validation left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2651760"/>
                <a:gridCol w="2377440"/>
                <a:gridCol w="2377440"/>
                <a:gridCol w="18288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Author /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Key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Baroutian et al., 2025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Landmark graph attention network + 3D ResNet, fused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 YouTube videos (101 sober, 101 intoxicated)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95.82 %, precision 0.977, recall 0.97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Scraped videos; GPU model; not a controlled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Deuber et al., 2026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Smartwatch accelerometer + HRV; logistic regression and 1D CNN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Test-track study, 54 participants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AUROC 0.88 (any alcohol), 0.86 (above 0.05 g/dL)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a worn device; preprint under review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Acharya, 2024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Thermal images; NasNetMobile, MobileNet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50 volunteers, four drinking levels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NasNetMobile 85.10 %; MobileNet 74.07 % (sober vs drunk)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thermal camera; abstract only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Chai et al., 2025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Thermal facial patterns; CNN features; MLP, SVM, KNN, RF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Tufts Face Database + own thermal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MLP about 90 %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Thermal camera; abstract only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Soukupova and Cech, 2016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Eye aspect ratio from six landmarks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 standard blink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Comparable with the state of the art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Blink detection, not impairment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Song et al., 2014 [12] (CEW)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Eye-closeness detection from still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2,423 faces: 1,192 closed, 1,231 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Used here as test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Closed and open from different sources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Batch survey: the surveyed work concentrates on drowsiness and embedded driver-state assessment; the gap is an intoxication-specific vision model coupled to a prevention action rather than a warning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115568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Cause is not separable: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eye-closure and head-posture monitors work for drowsiness, but the cues overlap with alcohol impairment, so such a monitor cannot tell the cause.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intoxication-specific video models need labelled intoxicated people; the best-known public set has partly disappeared and none suited this team.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Runnable path: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few works give a complete, explainable route from webcam frame to logged warning, with quality checks that refuse to guess.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 address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third point and part of the first. We do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close the data gap or the prevention-action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19202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Given a live camera view of a rider's face, decide continuously whether the visible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eye and head behaviour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shows a sustained pattern that may indicate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impairment or drowsiness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say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Unable to assess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when the picture cannot be trusted, give the reason for every output and keep a numeric record, through an interface a non-expert can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Webcam frames, 640 x 480, from the browser or the desktop app; kept in memory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9319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805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Normal, Possible impairment or drowsiness, or Unable to assess, with the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805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Numeric event history in SQLite, CSV export, editable thresholds, 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Their Status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931920"/>
                <a:gridCol w="1737360"/>
                <a:gridCol w="502920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 (batch proposal)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Capture facial video; detect face and landmarks in real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MediaPipe landmarks on 640 x 480 frames; 31 ms per frame through the 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Extract eye closure, blink, gaze and head cues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 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EAR, closure, closed fraction, blink rate, head roll; gaze not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 a deep-learning sober vs intoxicated classifier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intoxication data; no model trained; live decisions are rules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 inference continuously; alert above a threshold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 (as rules)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 outputs with a reason, warning and optional bell; no learned score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Integrate a prevention action (ignition warning, contact)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Warning and bell only; no ignition control, no contact notification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accuracy, false positives, low light, occlusion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 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Public eye data, degraded images, scripted streams; no rider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28" y="1645920"/>
            <a:ext cx="579586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783080"/>
            <a:ext cx="39319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Proposed: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webcam monitor that turns eye and head cues into one of three outputs, with the reason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Browser app (React, port 5306) and the original Tk app share the same Python modules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 (port 8306) holds one session per tab; frames stay in RAM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core.py rules, vision.py MediaPipe, storage.py SQLite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Quality gates always override the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668780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640x480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85416" y="21214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0300" y="1737360"/>
            <a:ext cx="1668780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Face landmarks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2796" y="21214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1668780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quality gates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6" y="21214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5060" y="1737360"/>
            <a:ext cx="1668780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EAR, roll, median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77556" y="21214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1668780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Rules + persistence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74936" y="21214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89820" y="1737360"/>
            <a:ext cx="1668780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Verdict +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Calibration: 8 to 15 s of open eyes; threshold = 0.72 x median EAR, clipped to 0.12 - 0.32.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Verification is layered: 20 unit tests, a 34-check API smoke test, and measurements on public eye data, degraded images and scripted streams.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offline research pipeline (subject-disjoint, nearest-centroid) is built but has only run on a seeded synthetic file; it never drives the live decision.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number comes from seeded scripts: measure_cew.py, measure_rules.py, measure_api.py, make_figures.py.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Rules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2,423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850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CEW faces: 1,192 closed, 1,231 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84378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578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landmarks per face (pre-trained MediaPipe)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41063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4306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default EAR threshold (engineering heuristic)</a:t>
            </a:r>
          </a:p>
        </p:txBody>
      </p:sp>
      <p:pic>
        <p:nvPicPr>
          <p:cNvPr id="19" name="Picture 18" descr="landmark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90369"/>
            <a:ext cx="4480560" cy="311150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046720" y="1737360"/>
          <a:ext cx="3657600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28016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Default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Continuous eye closure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&gt;= 1.5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Closed fraction, last 10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&gt;= 0.55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Head roll with low 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&gt;= 25 deg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Persistence before warning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1.0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Alert cooldown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15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intoxication dataset was used. CEW (Internet closed-eye faces plus LFW open-eye faces) tests only the eye-open or closed component.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research CSV demo is </a:t>
            </a:r>
            <a:r>
              <a:rPr sz="14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</a:t>
            </a: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(seeded, 6 subjects x 2 labels) and shows the pipeline runs, not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Picture 6" descr="10_core_algorithm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426" y="1645920"/>
            <a:ext cx="326386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0" y="1783080"/>
            <a:ext cx="62179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Gate first: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bad frame, a timing gap or an invalid value clears the evidence and gives Unable to assess.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Smooth: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median of the last three EAR values; closed means below the threshold.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Three rules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are checked every frame: closure time, closed fraction over 10 s, tilt with low EAR.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Persist: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rule must hold 1 s more, with 2 s of reliable history, before the warning shows its reasons.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Alert: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optional bell has a 15 s cooldown that survives signal loss.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07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074" y="1645920"/>
            <a:ext cx="4575450" cy="4663440"/>
          </a:xfrm>
          <a:prstGeom prst="rect">
            <a:avLst/>
          </a:prstGeom>
        </p:spPr>
      </p:pic>
      <p:pic>
        <p:nvPicPr>
          <p:cNvPr id="8" name="Picture 7" descr="08_use_cas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432585"/>
            <a:ext cx="3840480" cy="30901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16" y="1645920"/>
            <a:ext cx="5067007" cy="4572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737360"/>
          <a:ext cx="4572000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37744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Column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INTEGER PK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timestamp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 (UTC)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 (LIVE CAMERA / SIMULATION)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state, quality, reason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ear, closure, blink_rate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closed_fraction, roll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alert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52578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One numeric events table plus settings.json; no video or face images are stored.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unit tests, all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smoke checks, all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 pages (React)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camera frame via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HMAC-signed demo token (12 h), 401 on protected routes, validated thresholds (422), frames decoded in memory and never saved.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RiderSession per browser tab mirrors the desktop logic; a fresh SQLite connection per call keeps threads safe.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Monitor screen: live landmarks, three outputs with reasons, calibration progress, alert sound, simulation scenarios for demonstrations without a camera.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History with filters and CSV export, threshold editor, research screen, How-it-works page; light and dark themes; checked at 360, 768 and 1440 px.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Eye-state Classification on CEW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2743200"/>
                <a:gridCol w="1371600"/>
                <a:gridCol w="1463040"/>
                <a:gridCol w="1645920"/>
                <a:gridCol w="10972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Pipeline (threshold 0.21)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Images assessed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Closed 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Open specificity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Shipped, quality gates 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1,068 of 2,423 (44.1%)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89.8%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0.993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Landmarks only, no gates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2,407 of 2,423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92.2%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85.5%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57600"/>
          <a:ext cx="5486400" cy="1508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173736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Landmarks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Predicted closed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Predicted 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Truly closed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1167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Truly 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1052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3657600"/>
            <a:ext cx="260604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309360" y="365760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0" y="3712463"/>
            <a:ext cx="23317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0.059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67504"/>
            <a:ext cx="233172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EAR, closed eyes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657600"/>
            <a:ext cx="260604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052560" y="365760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35440" y="3712463"/>
            <a:ext cx="23317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0.290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267504"/>
            <a:ext cx="233172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EAR, open eyes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Gates pass only 44.1 % because 100-pixel crops are soft (sharpness gate). Closed images come from the Internet and open ones from LFW, so separation may be optimistic; still images only; coverage varies about +/- 2 points between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&amp; EAR Distribution (equivalent of a confusion matrix)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7" name="Picture 6" descr="ear_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18798"/>
            <a:ext cx="5577840" cy="3311842"/>
          </a:xfrm>
          <a:prstGeom prst="rect">
            <a:avLst/>
          </a:prstGeom>
        </p:spPr>
      </p:pic>
      <p:pic>
        <p:nvPicPr>
          <p:cNvPr id="8" name="Picture 7" descr="r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818798"/>
            <a:ext cx="5577840" cy="33118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30352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EAR of the 1,068 images that passed the quality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530352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ROC on the same images, AUC 0.993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sober-versus-intoxicated confusion matrix exists because no intoxication data was available.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Parameter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5937"/>
            <a:ext cx="3840480" cy="2280285"/>
          </a:xfrm>
          <a:prstGeom prst="rect">
            <a:avLst/>
          </a:prstGeom>
        </p:spPr>
      </p:pic>
      <p:pic>
        <p:nvPicPr>
          <p:cNvPr id="8" name="Picture 7" descr="closure_vs_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785937"/>
            <a:ext cx="3840480" cy="2280285"/>
          </a:xfrm>
          <a:prstGeom prst="rect">
            <a:avLst/>
          </a:prstGeom>
        </p:spPr>
      </p:pic>
      <p:pic>
        <p:nvPicPr>
          <p:cNvPr id="9" name="Picture 8" descr="parameter_trade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785937"/>
            <a:ext cx="3840480" cy="22802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4206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EAR threshold sweep on CEW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206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Closure length vs warning (scripted)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206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Slow-blink alerts per hour (scripted)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Best in-sample threshold is </a:t>
            </a:r>
            <a:r>
              <a:rPr sz="14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0.17</a:t>
            </a: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(94.7% accuracy) against </a:t>
            </a:r>
            <a:r>
              <a:rPr sz="14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92.2%</a:t>
            </a: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at the default 0.21. The default was not changed after this sweep; per-rider calibration sets a personal value.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 scripted streams closures up to 2.4 s never warn and closures of 2.6 s or more always warn (30 of 30 runs); with 10 % slow blinks the default (1.5 s, 1.0 s) gives 0.0 alerts per hour, while (1.0 s, 0.5 s) gives 3.0.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Quality Gating under Degraded Images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90700"/>
            <a:ext cx="6858000" cy="4190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737360"/>
            <a:ext cx="41148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Opaque sunglasses: </a:t>
            </a: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0.7%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assessed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eye covered: </a:t>
            </a: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0.0%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assessed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Brightness x0.5: </a:t>
            </a: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0.4%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assessed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Tinted lenses: 65.1%; noise: 82.0%; lower face masked: 86.8%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Gates </a:t>
            </a: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fail safe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(no verdict instead of a guess) but are </a:t>
            </a: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strict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 dim light already blocks assessment.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272 open-eye faces; low-resolution sources inflate the blur effect.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31.2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camera frame via API, median (p95 47.8)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13.1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landmarks + gates per frame, median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40.6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rule engine per observation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2.6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health check, median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971800"/>
          <a:ext cx="111556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5852160"/>
                <a:gridCol w="25603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 geometry, roll, rules, calibration, settings, SQLite, research 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 of 20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API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login, 401/409/422 guards, simulation, blank frame, history, CSV, thresholds, research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 of 34 checks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Earlier desktop checks (23 Sep)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Tk smoke test, camera diagnostic (81 real frames, no accuracy claim)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User acceptance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user study was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Measured on 12th Gen Intel Core i5-12500 (6 cores, 12 threads), 15.7 GB RAM, CPU only, 127.0.0.1.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data, hardware, target)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754880"/>
                <a:gridCol w="457200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Target state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Drowsiness, fatigue, distraction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Possible impairment or drowsiness; not alcohol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Eye feature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EAR-4 (four upper-lid points) vs six-point 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Conventional six-point 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Fuzzy belief rule-based fusion of EAR, head pose, voice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Transparent duration rules: closure, closed fraction, tilt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NTHU-DDD: 4 subjects, 65,834 frames; RF and 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CEW: 2,423 still faces for the EAR component; no rider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Eye-state metric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EAR-4 recall 0.894, F1 0.845 (Subject 2, RF); six-point EAR 0.856, 0.813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Six-point EAR at 0.21: recall 99.2%, specificity 85.5%, F1 0.925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Hardware / speed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Jetson Orin Nano 8 GB, 25 FPS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Laptop CPU, about 30 frames/s via the API (31 ms median)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like-for-like: different datasets, subjects, hardware and target state. The numbers are context, not a ranking.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Live Monitor: Normal and Warning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6_monitor_camera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4_monitor_simulation_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212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Live camera path on a public-domain face: landmarks on the eyes, Normal, EAR 0.254, calibrated threshold 0.183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12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Simulation 'Prolonged eye closure' raising Possible impairment or drowsiness, with the reason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Calibration and Thresholds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5_monitor_calib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0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212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Calibration in progress (scrolled capture): EAR chart, 19 usable frames, default threshold 0.210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12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Six validated thresholds with their bounds; saving stops monitoring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History and Research (synthetic data)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8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2_research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212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Event history: 34 events at the time of capture (31 simulation, 3 live camera), EAR chart, CSV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12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SYNTHETIC data only: the 100 % figures prove the pipeline runs, not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research report on the right was built from a generated demonstration file and says nothing about real riders.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complete, explainable path from webcam frame to a logged warning with a reason: landmarks, seven quality gates, calibration, a rule engine, a web and desktop interface, 20 unit tests and 34 API checks.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six-point EAR separates closed from open eyes on 2,423 public faces (AUC 0.989); the default 0.21 is conservative (14.5% of open eyes called closed); a closure must last about 2.6 s to warn; 31 ms per frame.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quality gates fail safe but are strict; dim light, blur at low resolution, sunglasses or a covered eye give Unable to assess instead of a guess.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achieved: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alcohol detection, a deep-learning classifier (no intoxication data), gaze, and the prevention action. Not a medical device or a road-safety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257800"/>
            <a:ext cx="35661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525780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5312664"/>
            <a:ext cx="32918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41187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 achieved (1 and 4, the latter as rules)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5257800"/>
            <a:ext cx="35661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51959" y="525780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5312664"/>
            <a:ext cx="32918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841187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partly achieved (2 and 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5257800"/>
            <a:ext cx="35661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01000" y="525780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83879" y="5312664"/>
            <a:ext cx="32918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841187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achieved (3 and 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What Was Not Measured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Limitations and not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alcohol detection; cues also arise from tiredness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intoxication data, no trained classifier, no gaze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prevention action (no ignition or contact link)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rider, helmet, visor, glasses, vibration or demographic study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Default threshold conservative; gates strict in dim light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Scripted streams show behaviour, not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Collect a consented, labelled sober vs intoxicated video dataset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Gaze and saccade features; a temporal model checked on held-out subjects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Tune thresholds on held-out riders; helmet-robust sensing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Vehicle integration for a prevention action, with safety review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Embedded deployment as in the base paper; formal user study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C.-L. Feng and T.-H. S. Li, "Robust driver state assessment on an embedded platform using a fuzzy belief rule-based fusion of eye aspect ratio and voice commands," IEEE Access, vol. 14, pp. 36158-36175, 2026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B. Baroutian, A. Aghaei, and M. Ebrahimi Moghaddam, "Detection of intoxicated individuals from facial video sequences via a recurrent fusion model," arXiv:2512.04536, Dec. 2025.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R. Deuber et al., "Detecting drunk driving using off-the-shelf smartwatches," arXiv:2605.23663, May 2026 (manuscript under review).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V. Mehta, D. P. Yadav, S. S. Katta, and A. Dhall, "DIF: Dataset of perceived intoxicated faces for drunk person identification," arXiv:1805.10030, 2018 (revised 2019).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L. P. Acharya, "Infrared deep learning system for non-invasive drunk detection and alcohol level classification," Iowa State Univ., Ames, IA, USA, Dec. 2024. [Online]. Available: https://dr.lib.iastate.edu/handle/20.500.12876/105973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F. Deiana, J. Jackson, and C. Periago, "Development and verification of a testing methodology for driver alcohol intoxication detection systems," in Human Systems Engineering and Design (IHSED2026): Future Trends and Applications, AHFE Int., 2026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C.-H. Chai, S. F. Abdul Razak, S. Yogarayan, and R. Shanmugam, "Drunk driver detection using thermal facial images," Information, vol. 16, no. 5, Art. no. 413, 2025.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T. Soukupova and J. Cech, "Real-time eye blink detection using facial landmarks," in Proc. 21st Computer Vision Winter Workshop, Rimske Toplice, Slovenia, Feb. 2016.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C. Lugaresi et al., "MediaPipe: A framework for building perception pipelines," arXiv:1906.08172, 2019.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F. Song, X. Tan, X. Liu, and S. Chen, "Eyes closeness detection from still images with multi-scale histograms of principal oriented gradients," Pattern Recognit., vol. 47, no. 9, pp. 2825-2838, Sep. 2014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G. B. Huang, M. Ramesh, T. Berg, and E. Learned-Miller, "Labeled faces in the wild: A database for studying face recognition in unconstrained environments," Univ. Massachusetts Amherst, Amherst, MA, USA, Tech. Rep. 07-49, Oct. 2007.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C.-H. Weng, Y.-H. Lai, and S.-H. Lai, "Driver drowsiness detection via a hierarchical temporal deep belief network," in Computer Vision - ACCV 2016 Workshops (Lecture Notes in Computer Science). Cham, Switzerland: Springer, 2017, pp. 117-133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Federal Motor Carrier Safety Administration, "PERCLOS: A valid psychophysiological measure of alertness as assessed by psychomotor vigilance," Tech Brief FHWA-MCRT-98-006, Washington, DC, USA, Oct. 1998.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J. A. Stern, D. Boyer, and D. Schroeder, "Blink rate: A possible measure of fatigue," Human Factors, vol. 36, no. 2, pp. 285-297, 1994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World Health Organization, "Global status report on road safety 2023," Geneva, Switzerland, Dec. 2023.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Google AI Edge, "Face landmarker guide for Python," MediaPipe Solutions documentation. [Online]. Available: https://ai.google.dev/edge/mediapipe/solutions/vision/face_landmarker/python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A6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Rider">
  <a:themeElements>
    <a:clrScheme name="SmartRid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martRide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martRide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Alcohol Intoxication Detection and Prevention System Using AI - Final Review</dc:title>
  <dc:subject>Smart Rider Impairment Warning System for Two-Wheelers</dc:subject>
  <dc:creator>Batch A6, Dept. of CSE</dc:creator>
  <cp:lastModifiedBy/>
  <cp:revision>1</cp:revision>
  <dcterms:created xsi:type="dcterms:W3CDTF">2026-10-07T05:03:03Z</dcterms:created>
  <dcterms:modified xsi:type="dcterms:W3CDTF">2026-10-07T05:03:03Z</dcterms:modified>
  <dc:description/>
  <cp:keywords>eye aspect ratio, driver monitoring, impairment warning, MediaPipe, FastAPI</cp:keywords>
</cp:coreProperties>
</file>