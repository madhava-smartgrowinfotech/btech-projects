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 PRANITHA	23K91A0522</a:t>
            </a: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BANTU KAVYA	23K91A0531</a:t>
            </a: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DASARI VIVEKA SARVESHWARI	23K91A0560</a:t>
            </a: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BEKKAM VAMSHI	23K91A0534</a:t>
            </a: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N. PADMAVATHI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C0504D"/>
                </a:solidFill>
                <a:latin typeface="Times New Roman" pitchFamily="18" charset="0"/>
              </a:rPr>
              <a:t>Smart Alcohol Intoxication Detection and Prevention System Using AI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Drunk driving is one of the major causes of road accidents and poses a serious threat to traffic safety.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proposed system, Identification of Drinking Intoxication using Artificial Intelligence.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uses a webcam to capture the driver's facial information and analyzes features such as eye movements, facial expressions, and head movements.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collected visual information is processed using image processing and Artificial Intelligence techniques to classify the driver's condition as Safe or Intoxicated.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If the system detects visual patterns associated with intoxication, it generates an alert indicating that driving may be unsafe.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"Robust Driver State Assessment on an Embedded Platform Using a Fuzzy Belief Rule-Based Fusion of Eye Aspect Ratio and Voice Commands"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10.1109/access.2026.3670924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concentrates on drowsiness and embedded driver-state assessment. The gap is an intoxication-specific vision model coupled to a prevention action rather than a warning alone.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Drunk driving is among the largest contributors to road fatalities and is difficult to police continuously.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Breathalyser checks are intermittent, need an officer present, and are easily avoided.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driver's face carries measurable signs of impairment: eye movement, blink rate, gaze and head motion.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Computer vision can observe these cues continuously from an ordinary in-cabin camera.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Deep learning classifies the observed pattern as sober or impaired without any physical contact.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Detecting impairment before the vehicle moves converts monitoring into actual prevention.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Robust Driver State Assessment on an Embedded Platform Using a Fuzzy Belief Rule-Based Fusion of Eye.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Infrared Deep Learning System for Non-Invasive Drunk Detection and Alcohol Level Classification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2024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Development and Verification of a Testing Methodology for Driver Alcohol Intoxication Detection Systems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AHFE International Human Systems Engineering and Design (IHSED2026): Future Trends and Applications,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Alcohol Detection and Vehicle Immobilization System for Enhanced Taxi Driver Safety and Drunk Driving.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2026 9th International Conference on Trends in Electronics and Informatics (ICOEI),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Drunk Driver Detection Using Thermal Facial Images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Information, 2025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Capture driver facial video using a webcam and detect the face and key landmarks in real time.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Extract impairment cues such as eye closure ratio, blink frequency, gaze deviation and head movement.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Train a deep learning classifier to distinguish a sober driver from an intoxicated one.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Run inference continuously and raise an alert when the impairment score crosses a threshold.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Integrate a prevention action such as an ignition warning or notification to a registered contact.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accuracy, false positive rate and performance under low light and partial occlusion.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Roadside breath testing is occasional and cannot monitor a driver through an entire journey.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Existing driver monitoring focuses on drowsiness and does not target alcohol impairment specifically.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Hardware alcohol sensors add cost and can be bypassed by asking another person to blow.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Detection after a vehicle is already moving is too late to prevent an accident.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contactless vision-based system that assesses driver state continuously and intervenes before the vehicle is driven.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