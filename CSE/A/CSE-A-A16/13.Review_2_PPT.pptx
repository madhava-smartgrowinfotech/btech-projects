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built: the data and model,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communication gap, our CNN-based approach, and how the base paper relates (motivation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FastAPI layer wraps the original sign_language_app modules, so the web and desktop apps run the same pipeline and the same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training script and the measurement script are one command each. Preprocessing is the same function the live recogniser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Kaggle ASL Alphabet: 87,000 training images of 200 x 200 pixels. We used an evenly spaced subset of 250 per class to keep CPU training practical. Important caveat: frames come from video, so the split is not signer-independent.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steps. Weakness: Otsu thresholding does not isolate the hand on a cluttered background, so some masks contain background structure; this is a stated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compact CNN written for the project: three convolution blocks and one dense layer, 2,199,453 parameters, 26.48 MB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configuration from sign_language_app/config.py and train.py. The saved run reached the 30-epoch cap, so it may be slightly under-trained; this is stated,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rules are in SignRecognizer.predict_frame. They trade speed for accuracy: a letter needs about 18 stable frames, roughly a second at 17-19 frames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flow. The original desktop modules are untouched; the backend and frontend are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point: the project stores files, not rows. The ER diagram therefore models the file-system entities; the class diagram shows the real Python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3.11.9 on Windows. Everything is open source and starts with run.bat.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Three honest gaps: words, unseen signers, and model 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Headline: 82.81 % on the 1,088-image test split (loss 0.5569, macro F1 0.830). The 87.24 % on 2,900 other archive photos is inflated by near-duplicate frames, so it is context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application. The recognition clip was assembled from real held-out photos and fed to a fake camera because the build machine had no physical webcam.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27 API, 10 preprocessing, 7 recogniser and 8 dataset/model tests. The observations on the right shaped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change in the data, the scripts or the way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 and beyond. Unseen-signer evaluation needs new data with signer ids; it is not possible with the Kaggle archive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64 x 64 mask instead of the colour image; how the system handles unseen signers (not tested); why letters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SignSpeak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Language Recognition System Based on Convolutional Neural Networks (CNNs)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segmentation-plus-CNN recogniser behind a FastAPI service and a React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AJAY  24K95A0502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NAVADEEP REDDDY  23K91A0514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MANIDEEP  23K91A0540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MAHESHWARI  23K91A0536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V. PALLAVI,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A16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Deaf and hearing people cannot converse without an interpreter, and interpreters are scarce. Recognisers that exist often need special sensors or stop at a static-image accuracy figure.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webcam frame is cropped to a hand region, segmented, resized to 64 x 64 and classified by a CNN into 29 classes; a decision layer turns letters into a sentence that is shown and spoken.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Shares the aim of accessible, real-time recognition. Does not use skeletons or knowledge distillation; it is an image CNN for letters, and its results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51" y="1188720"/>
            <a:ext cx="6796216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Three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18 app (port 5316) owns the webcam through getUserMedia.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FastAPI (port 8316), 16 endpoints under /api, in-memory sessions.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Domain: the original desktop modules (preprocessing, model, recognizer, tts) reused unchanged.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Storage: image folders and model files on disk.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Kaggle ASL Alphabet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250 images per class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ROI + segmentation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70 / 15 / 15 split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 CNN (Adam)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 once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metrics.json + figures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One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Collection, training and live recognition call the same preprocessing function, so there is no train/serve mismatch.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Stratified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Same 250 images per class in every class; split 5,075 / 1,087 / 1,088 with seed 42; the test part is used once.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20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scripts/measure_metrics.py writes every number to docs/metrics/metrics.json; figures are regenerated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87,000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images in the Kaggle archive (29 x 3,000)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classes: A-Z, space, del, nothing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7,250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images used: 250 per class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5,075 / 1,087 / 1,088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 / validation / test</a:t>
            </a:r>
          </a:p>
        </p:txBody>
      </p:sp>
      <p:pic>
        <p:nvPicPr>
          <p:cNvPr id="42" name="Picture 41" descr="f09_dataset_samp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25604"/>
            <a:ext cx="4937760" cy="2818471"/>
          </a:xfrm>
          <a:prstGeom prst="rect">
            <a:avLst/>
          </a:prstGeom>
        </p:spPr>
      </p:pic>
      <p:pic>
        <p:nvPicPr>
          <p:cNvPr id="43" name="Picture 42" descr="f08_dataset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55641"/>
            <a:ext cx="5943600" cy="21867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60720" y="493776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Frames from video: neighbouring images are near-duplicates, and no signer id is given.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So the test split is not an unseen-signer test. Licence is not bundled; Kaggle page to be re-checked.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f10_preprocessing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359665"/>
            <a:ext cx="5943600" cy="47330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66560" y="1371600"/>
            <a:ext cx="484632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1  Crop the 300 x 300 region of interest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2  Convert to grayscale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3  Gaussian blur, 7 x 7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4  Otsu threshold (invert if mean &gt; 127)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5  Morphology: open once, close twice (3 x 3)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6  Resize to 64 x 64, divide by 255</a:t>
            </a:r>
          </a:p>
          <a:p>
            <a:pPr algn="l">
              <a:spcAft>
                <a:spcPts val="1000"/>
              </a:spcAft>
            </a:pPr>
            <a:r>
              <a:rPr sz="1400" b="0" i="1">
                <a:solidFill>
                  <a:srgbClr val="475569"/>
                </a:solidFill>
              </a:rPr>
              <a:t>Same six steps for collection, training and recognition. Training adds rotation, shift, zoom and shear.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786384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475488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32 · BN · MaxPool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32 x 32 x 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64 · BN · MaxPool · Dropout 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16 x 16 x 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128 · BN · MaxPool · Dropout 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8 x 8 x 128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Head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Flatten · Dense 256 · BN · Dropout 0.4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8,192 -&gt; 256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Dense 29, softmax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29 class probabilities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778240" y="1371600"/>
            <a:ext cx="286207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778240" y="1371600"/>
            <a:ext cx="73152" cy="1325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979408" y="1463040"/>
            <a:ext cx="258775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2,199,453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140610"/>
            <a:ext cx="258775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parameters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880360"/>
            <a:ext cx="286207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778240" y="288036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979408" y="2971800"/>
            <a:ext cx="258775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26.48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3649370"/>
            <a:ext cx="258775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saved model 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4389120"/>
            <a:ext cx="286207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778240" y="438912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979408" y="4480559"/>
            <a:ext cx="258775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No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5158130"/>
            <a:ext cx="258775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trains and runs on a CPU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7955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Input is one 64 x 64 channel (the segmented mask). 'same' padding keeps the size before each 2 x 2 pooling. ReLU after each convolution and the first dense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Optimiser / 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Adam, learning rate 1e-3 / categorical cross-entropy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Batch /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32 / UI default 25; the saved run used 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70 / 15 / 15 stratified, seed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Augmentation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rotation 12 deg, shift 10 %, zoom 12 %, shear 8 % (training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Callbacks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EarlyStopping on val. accuracy (patience 6, restore best), ModelCheckpoint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Intel Core i5-12500, CPU only, about 9.9 s per epoch (2-epoch benchmark)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01_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96" y="4572000"/>
            <a:ext cx="4818647" cy="1783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60720" y="470916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Saved run: 30 epochs, best validation accuracy 84.7% at epoch 30 (the cap; accuracy was still rising). Validation exceeds training accuracy (72.9%) because dropout and augmentation act only during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8953"/>
            <a:ext cx="4754880" cy="50401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Confidence gate.</a:t>
            </a:r>
            <a:r>
              <a:rPr sz="1600" b="0" i="0">
                <a:solidFill>
                  <a:srgbClr val="0F172A"/>
                </a:solidFill>
              </a:rPr>
              <a:t> If the top softmax probability is below 0.75 the frame counts as 'nothing'.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Majority vote.</a:t>
            </a:r>
            <a:r>
              <a:rPr sz="1600" b="0" i="0">
                <a:solidFill>
                  <a:srgbClr val="0F172A"/>
                </a:solidFill>
              </a:rPr>
              <a:t> The last 15 frame labels are voted, which removes single-frame flicker.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Stability counter.</a:t>
            </a:r>
            <a:r>
              <a:rPr sz="1600" b="0" i="0">
                <a:solidFill>
                  <a:srgbClr val="0F172A"/>
                </a:solidFill>
              </a:rPr>
              <a:t> A letter is committed after 18 consecutive stable frames, if it is not 'nothing' and differs from the last committed letter.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Control signs.</a:t>
            </a:r>
            <a:r>
              <a:rPr sz="1600" b="0" i="0">
                <a:solidFill>
                  <a:srgbClr val="0F172A"/>
                </a:solidFill>
              </a:rPr>
              <a:t> 'space' and 'del' commit as edit actions; 'nothing' resets the repeat guard.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3525"/>
            <a:ext cx="6675120" cy="4939588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98079" y="1371600"/>
          <a:ext cx="414223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1305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preprocessing.py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ROI, blur, Otsu, 64x64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model.py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build the CNN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dataset.py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load, split, augment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training loop,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recognizer.py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vote, stability, commit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tts.py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offline 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FastAPI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React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5376"/>
            <a:ext cx="5486400" cy="3401568"/>
          </a:xfrm>
          <a:prstGeom prst="rect">
            <a:avLst/>
          </a:prstGeom>
        </p:spPr>
      </p:pic>
      <p:pic>
        <p:nvPicPr>
          <p:cNvPr id="27" name="Picture 26" descr="06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70024"/>
            <a:ext cx="5394960" cy="39922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There is no SQL database: training images are files under data/&lt;CLASS&gt;/, model files live in models/, recognition sessions are in memory (at most 20). The ER diagram shows these stores.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Deep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TensorFlow / Keras 2.15.0, NumPy 1.26.4, scikit-learn, matplotlib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Image 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OpenCV 4.11.0, Pillow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pyttsx3 (offline); browser voice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Desktop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customtkinter (original, unchanged)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FastAPI, Uvicorn, python-multipart (port 8316)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React 18, Vite 8, Tailwind 4, TanStack Query, Recharts (port 5316)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pytest, FastAPI TestClient, Playwright, smoke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389120"/>
                <a:gridCol w="1463040"/>
                <a:gridCol w="52395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Preprocessing, CNN, recogniser, 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sign_language_app/, 25 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Training and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models/, scripts/measure_metrics.py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service (16 endpoints)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27 API tests, 26/26 smoke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interface (7 screens)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16 screenshots, browser walk 360-1440 px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Recognition of words / dynamic signs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letters only; stated as a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Evaluation on unseen signers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dataset has no signer ids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Model optimisation (quantisation, TFLite)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CNN call is 50 ms via model.predict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held-out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82.81%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test accuracy (n = 1,088)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macro F1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92.9%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top-3 accuracy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26 / 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official Kaggle test photos</a:t>
            </a:r>
          </a:p>
        </p:txBody>
      </p:sp>
      <p:pic>
        <p:nvPicPr>
          <p:cNvPr id="42" name="Picture 41" descr="f02_per_cla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7443"/>
            <a:ext cx="6949440" cy="246623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772400" y="2697480"/>
            <a:ext cx="3867912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97356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852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566160"/>
            <a:ext cx="346557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Test split = the 15 % never used for training or model selection. Weakest: Y, V, X, U, W, E (F1 0.62-0.70). Best: nothing, C, Q. 87.2 % on other archive photos is optimistic (near-duplicate frames) and is not used as the headline.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4_recogn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0150"/>
            <a:ext cx="6766560" cy="42291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5_coll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929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03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84105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8640" y="553212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Live recognition: letter H at 87 %, segmentation mask preview and the sentence built so far. Collection and dashboard screens on the right. Real application, trained model, 7,250 real images; the camera was a Chromium fake camera fed with real photos.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26 / 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console errors in the browser walk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360-1440 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light and dark themes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Archive photos beyond the training subset are near-duplicates of trained frames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Headline uses the held-out split; the 87.2 % figure is flagged as optimistic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Rotating a hand by +/- 10 degrees drops accuracy from 85.0 % to about 68 %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Documented; rotation augmentation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physical webcam on the build 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Browser flow tested with a fake camera; live webcam test left to the 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87,000 images are too slow to train on a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Evenly spaced 250 per class (7,250 images); 75 s to load and preprocess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Otsu masks keep background structure on cluttered scenes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Stated as a limitation; skin-colour mode exists in config for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Validation loss spiked in the first epochs (BatchNorm warm-up)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Settled by epoch 6; best-weights checkpoint kept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TensorFlow failed to load after scikit-learn on Windows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Import TensorFlow first in the scripts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CNN forward pass dominates latency (50 ms)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Measured; optimisation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Test on signers and backgrounds the model has never seen, and with a physical webcam.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Improve robustness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Add rotation and brightness augmentation; compare with skin-colour segmentation.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Speed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Export the model for faster inference than model.predict (quantisation, TFLite).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(future)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Common words and motion signs, two-hand signs, sentence-level translation.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Speak">
  <a:themeElements>
    <a:clrScheme name="SignSpea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ignSpea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ignSpeak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Recognition System Based on Convolutional Neural Networks (CNNs): Review 2</dc:title>
  <dc:subject>Batch A16 (CSE-A)</dc:subject>
  <dc:creator>AJAY, A NAVADEEP REDDDY, B MANIDEEP, B MAHESHWARI</dc:creator>
  <cp:lastModifiedBy/>
  <cp:revision>1</cp:revision>
  <dcterms:created xsi:type="dcterms:W3CDTF">2026-10-13T12:40:05Z</dcterms:created>
  <dcterms:modified xsi:type="dcterms:W3CDTF">2026-10-13T12:40:05Z</dcterms:modified>
  <cp:keywords>sign language recognition, CNN, ASL, computer vision</cp:keywords>
  <dc:description/>
</cp:coreProperties>
</file>