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f0aec94-eb0f-294a-de05-1614c3997827}">
          <p14:sldIdLst>
            <p14:sldId id="256"/>
            <p14:sldId id="257"/>
            <p14:sldId id="258"/>
          </p14:sldIdLst>
        </p14:section>
        <p14:section name="Research" id="{c5b655bf-1c78-45d9-2d43-c8947840fc05}">
          <p14:sldIdLst>
            <p14:sldId id="259"/>
            <p14:sldId id="260"/>
            <p14:sldId id="261"/>
          </p14:sldIdLst>
        </p14:section>
        <p14:section name="Problem" id="{c83c02f1-f6cc-56f3-d67e-57d82ce85a28}">
          <p14:sldIdLst>
            <p14:sldId id="262"/>
            <p14:sldId id="263"/>
            <p14:sldId id="264"/>
            <p14:sldId id="265"/>
            <p14:sldId id="266"/>
          </p14:sldIdLst>
        </p14:section>
        <p14:section name="Proposed solution" id="{0d7ed7fb-f0c3-288f-402c-2a68d644f815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Top-1 accuracy</c:v>
                </c:pt>
              </c:strCache>
            </c:strRef>
          </c:tx>
          <c:spPr>
            <a:solidFill>
              <a:srgbClr val="2A78D6"/>
            </a:solidFill>
          </c:spPr>
          <c:dPt>
            <c:idx val="3"/>
            <c:spPr>
              <a:solidFill>
                <a:srgbClr val="EB6834"/>
              </a:solidFill>
            </c:spPr>
          </c:dPt>
          <c:cat>
            <c:strRef>
              <c:f>Sheet1!$A$2:$A$5</c:f>
              <c:strCache>
                <c:ptCount val="4"/>
                <c:pt idx="0">
                  <c:v>Base paper
AUTSL
(226 word signs)</c:v>
                </c:pt>
                <c:pt idx="1">
                  <c:v>Base paper
WLASL-100 baseline
(STA-GCN)</c:v>
                </c:pt>
                <c:pt idx="2">
                  <c:v>Base paper
WLASL-100
MAG-KD</c:v>
                </c:pt>
                <c:pt idx="3">
                  <c:v>SignSpeak
29 static classes
(own test split)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0.9425</c:v>
                </c:pt>
                <c:pt idx="1">
                  <c:v>0.5492</c:v>
                </c:pt>
                <c:pt idx="2">
                  <c:v>0.6633</c:v>
                </c:pt>
                <c:pt idx="3">
                  <c:v>0.8281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.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the title. One sentence: SignSpeak watches a signer's hand through a webcam, recognises the American Sign Language alphabet with a convolutional neural network, and shows the sentence on screen and speaks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Agenda. This review is about why the problem matters and what is missing in current work; results come in the later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points: the communication gap, the CNN-based idea, and what is delivered: a complete application, not only a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citation. The paper is about compressing skeleton-based video models for edge devices. SignSpeak shares its goal (accessible, real-time recognition) but is an image-based CNN for fingerspelling; the two sets of numbers are not comparable.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pattern: early camera-based systems, depth-sensor fingerspelling, deep CNNs on static ASL images, video translation, and surveys. Where a work's figures were not checked they are not quoted. The project literature survey also lists four 2024-2025 papers whose authors were not recorded; they are in the report's reference list with that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Chart values: 94.25 % (AUTSL), 54.92 % and 66.33 % (WLASL-100 baseline and MAG-KD) are from the base paper; 82.81 % is SignSpeak's accuracy on its own held-out 1,088-image test split. Different tasks, data and models, so the point is only that protocol and task decide the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Today's path is a human interpreter or writing. Research systems exist, but most are not something a person can open, sign to and hear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limitations, taken from the project's problem statement and the survey. Each maps to a design decision later: webcam only, on-device CNN, sentence builder with speech, measured robustness.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batch literature survey states the gap as: an accessible end-to-end system that recognises signs live and renders them as text and speech. We address the first three directly; the last two we measure or state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statement slowly. Input is the camera stream, output is letters, a sentence and speech, and the system keeps data and a trained model that can be inspected.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from the proposal. The later reviews report which were met; words (objective 1) and unseen signers (objective 6) were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stages from camera to committed letter, and the application around them. The CNN, preprocessing and decision rules are the same ones used in the desktop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Follow the diagram: the browser captures frames, the FastAPI service runs preprocessing and the CNN, and the files on disk hold the images and the trained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outcomes and contributions. We will report whatever the held-out test split shows, including the weak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references; the complete numbered list is in the project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questions: why a CNN on segmented images rather than hand landmarks; why only letters; how the system handles different signers (not yet tested; stated as a limitation).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SignSpeak  ·  Review 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Language Recognition System Based on Convolutional Neural Networks (CNNs)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ASL fingerspelling recognition: a webcam, a CNN, and the signed letters turned into text and speech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1  ·  PROBLEM IDENTIFICATION AND RESEARCH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AJAY  24K95A0502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 NAVADEEP REDDDY  23K91A0514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 MANIDEEP  23K91A0540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 MAHESHWARI  23K91A0536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V. PALLAVI,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&amp; Technology  ·  Batch A16 (CSE-A)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Abstract and overview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62855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48471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Literature survey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Existing approaches and limitations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5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62855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5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Research gap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1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48471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1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 statement and objectives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approach and architecture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5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62855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5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Expected outcomes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1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48471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Abstract: from a webcam to text and speech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The 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Sign language is the main medium of communication for people with hearing and speech impairment, yet few hearing people understand it. Without an interpreter, everyday conversation breaks down.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Our idea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Capture the hand through a webcam, extract the hand region, segment it, and classify the letter with a convolutional neural network trained on ASL alphabet images.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The deliverable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A working application: live recognition of 26 letters plus space and delete, a sentence builder with speech output, and in-app data collection, training and model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11091672" cy="10058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9808" y="1353312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</a:rPr>
              <a:t>D. T. D. Vo, V. D. Nguyen, T. H. M. Nguyen and M. H. Vo, "MAG-KD: Mask-Guided Adaptive Gating Knowledge Distillation for Skeleton-Based Sign Language Recognition on Edge Devices," IEEE Access, vol. 14, pp. 54761-54775, 2026, doi: 10.1109/ACCESS.2026.3681176.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49808" y="2697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Method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Skeleton-based sign recognition: a small graph convolutional network (student) learns from three larger GCN teachers. A hard correctness mask removes wrong teacher guidance; an adaptive gate weighs the rest.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34255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4535423" y="2697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75503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Data and reported results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5423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AUTSL (38,336 videos, 43 signers, 226 signs): 94.25 +/- 0.19 % Top-1 with 0.48 M parameters. WLASL-100: 66.33 +/- 0.54 %. Jetson Nano: 33.13 FPS at 6.23 W.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9871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321040" y="2697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19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Relevance to SignSpeak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Same motivation: accessible, real-time sign recognition on modest hardware. Different route: SignSpeak classifies hand images with a CNN and does not use skeletons or distillation.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4480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3383280"/>
                <a:gridCol w="2651760"/>
                <a:gridCol w="3044952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Reported result / 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Vo et al. 2026 [1] (base)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MAG-KD: a small skeleton GCN student distilled from three GCN teachers with a hard correctness mask and an adaptive gate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AUTSL (38,336 videos, 43 signers, 226 signs); WLASL-100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94.25 +/- 0.19 % Top-1 on AUTSL with 0.48 M parameters; 66.33 +/- 0.54 % on WLASL-100; 33.13 FPS at 6.23 W on a Jetson Nano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Starner et al. 1998 [4]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Hidden Markov models over features from a desk-mounted or wearable camera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Sentence-level ASL video, restricted vocabulary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Early real-time ASL recognition (figures not quoted here)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Pugeault and Bowden 2011 [5]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Colour and depth from a Kinect sensor, Gabor-filter features, classification of fingerspelled letters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ASL fingerspelling captured with a depth camera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Real-time letter recognition (figures not quoted here)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Bheda and Radpour 2017 [6]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Deep convolutional network on images of ASL letters and digits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Static images of ASL letters and digits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CNNs can classify static fingerspelling images (figures not quoted here)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Camgoz et al. 2018 [16]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Neural sign language translation: sign video to spoken-language text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Continuous sign video with sentence translations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First end-to-end neural video-to-text translation (figures not quoted here)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Rastgoo et al. 2021 [3]; Al Abdullah et al. 2024 [2]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Surveys of deep-learning sign language recognition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Review of datasets and methods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Map the field: static, isolated-word and continuous recognition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evidence: task and protocol set the number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548640" y="1280160"/>
          <a:ext cx="694944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7772400" y="1325880"/>
            <a:ext cx="3867912" cy="23774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7973568" y="150876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3648" y="1481328"/>
            <a:ext cx="286207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Takeaway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8" y="2194560"/>
            <a:ext cx="346557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Accuracy ranges from 55 % to 94 % in the base paper alone, depending on the dataset and method. A number is meaningful only with its task and protocol.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3840480"/>
            <a:ext cx="3867912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7973568" y="402336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3648" y="3995928"/>
            <a:ext cx="286207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Caveat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3568" y="4709160"/>
            <a:ext cx="346557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The first three bars are video word signs from the base paper; the orange bar is our own measurement on letters. They are not comparable and no ranking is implied.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and current approaches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2430018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Signer signs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106674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35858" y="1417320"/>
            <a:ext cx="2430018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Human interpreter or written note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93892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3076" y="1417320"/>
            <a:ext cx="2430018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Hearing person understands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881110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10294" y="1417320"/>
            <a:ext cx="2430018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Reply (spoken)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2834640"/>
            <a:ext cx="5440680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749808" y="30175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9888" y="299008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Human interpretation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3703320"/>
            <a:ext cx="5038344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Accurate, but interpreters are scarce and costly, and are not available for everyday spontaneous exchanges such as a shop counter, a bus stop or a family meal.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2834640"/>
            <a:ext cx="5440680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6400800" y="30175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299008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Research recognisers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703320"/>
            <a:ext cx="5038344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Studies use depth cameras, video and skeleton pipelines or CNNs on static images. Many stop at a model and an accuracy figure, with no live camera loop, sentence or speech.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existing methods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544068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Scarce, costly interpreters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503834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Not available for spontaneous, everyday conversation.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1" y="1371600"/>
            <a:ext cx="544068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6400799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79" y="152704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Special hardware or heavy pipelines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799" y="2240280"/>
            <a:ext cx="503834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Depth sensors, pose estimators or large video models are hard to run on an ordinary laptop.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840480"/>
            <a:ext cx="544068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749808" y="402336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9888" y="39959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Static images, no live loop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4709160"/>
            <a:ext cx="503834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Many CNN studies classify single images and do not turn a camera stream into a sentence with speech.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9631" y="3840480"/>
            <a:ext cx="544068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6400799" y="402336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79" y="39959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Fragile in the real world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799" y="4709160"/>
            <a:ext cx="503834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Accuracy degrades with background clutter, lighting changes and unseen signers.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377440" cy="822960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132588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End-to-end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1325880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F172A"/>
                </a:solidFill>
              </a:rPr>
              <a:t>Few works go from a live webcam to letters, a sentence and speech inside one usable application.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2313432"/>
            <a:ext cx="2377440" cy="822960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48640" y="2313432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Accessible hardware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2313432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F172A"/>
                </a:solidFill>
              </a:rPr>
              <a:t>Skeleton and depth pipelines need extra models or sensors; an ordinary webcam and CPU should be enough for letters.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300984"/>
            <a:ext cx="2377440" cy="822960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48640" y="3300984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Honest evaluation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3300984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F172A"/>
                </a:solidFill>
              </a:rPr>
              <a:t>Results are rarely given with their split, per-class scores, confidence behaviour and latency in one place.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288536"/>
            <a:ext cx="2377440" cy="822960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48640" y="4288536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Robustness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288536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F172A"/>
                </a:solidFill>
              </a:rPr>
              <a:t>Background clutter, lighting and hand orientation effects are seldom measured, so real-use accuracy is unknown.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276088"/>
            <a:ext cx="2377440" cy="822960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48640" y="527608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Unseen signers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5276088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F172A"/>
                </a:solidFill>
              </a:rPr>
              <a:t>Most public alphabet data carries no signer identity, so signer-independent accuracy is hard to test.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11091672" cy="2514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8680" y="1463040"/>
            <a:ext cx="1046988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0F172A"/>
                </a:solidFill>
              </a:rPr>
              <a:t>Given a live webcam stream of a signer's hand, recognise the ASL fingerspelling letter being shown (and the control signs space and delete), turn the letters into a sentence on screen and speak it aloud, fast enough to follow the signer and with a stated, measured accuracy - through an application that a non-expert can run.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114800"/>
            <a:ext cx="3520440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42245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66344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Webcam frames (960 x 540 JPEG) with the hand inside a fixed region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34255" y="4114800"/>
            <a:ext cx="3520440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62855" y="42245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2855" y="466344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Letter and confidence, a sentence on screen, spoken text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4114800"/>
            <a:ext cx="3520440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348471" y="42245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1" y="466344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Collected images, trained model, per-class metrics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80160"/>
            <a:ext cx="11091672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0F172A"/>
                </a:solidFill>
              </a:rPr>
              <a:t>1.  Build a dataset of hand gesture images covering the target sign alphabet and common words.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0F172A"/>
                </a:solidFill>
              </a:rPr>
              <a:t>2.  Preprocess images with segmentation, resizing and augmentation to improve generalisation.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0F172A"/>
                </a:solidFill>
              </a:rPr>
              <a:t>3.  Design and train a CNN architecture for gesture classification.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0F172A"/>
                </a:solidFill>
              </a:rPr>
              <a:t>4.  Optimise the model for real-time inference from a live camera feed.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0F172A"/>
                </a:solidFill>
              </a:rPr>
              <a:t>5.  Convert recognised signs into on-screen text and synthesised speech output.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0F172A"/>
                </a:solidFill>
              </a:rPr>
              <a:t>6.  Evaluate accuracy, per-class performance and inference latency on unseen signers.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approach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33472" cy="3108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087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Capture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194560"/>
            <a:ext cx="2231136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Webcam frame, cropped to a fixed 300 x 300 region of interest that contains the signing hand.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1325880"/>
            <a:ext cx="2633472" cy="3108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66160" y="150876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Segment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2194560"/>
            <a:ext cx="2231136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Grayscale, Gaussian blur and Otsu threshold with morphology give a clean hand mask; resize to 64 x 64.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1325880"/>
            <a:ext cx="2633472" cy="3108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382512" y="150876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Classify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2194560"/>
            <a:ext cx="2231136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Three-block CNN with 2.2 million parameters; softmax over 29 classes (A-Z, space, del, nothing).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7696" y="1325880"/>
            <a:ext cx="2633472" cy="3108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198864" y="150876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38944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Decide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4" y="2194560"/>
            <a:ext cx="2231136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Confidence threshold, majority vote and a stability counter commit one letter at a time.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663440"/>
            <a:ext cx="11091672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777240" y="4937760"/>
            <a:ext cx="640080" cy="640080"/>
          </a:xfrm>
          <a:prstGeom prst="ellipse">
            <a:avLst/>
          </a:prstGeom>
          <a:solidFill>
            <a:srgbClr val="1B2A41"/>
          </a:solidFill>
          <a:ln w="9525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45920" y="484632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</a:rPr>
              <a:t>Application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5303520"/>
            <a:ext cx="9784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Sentence builder with text-to-speech, in-app image collection, background training with live curves, a model report page; FastAPI service and React interface over the original desktop code.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proposed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pic>
        <p:nvPicPr>
          <p:cNvPr id="26" name="Picture 25" descr="01_system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6219" y="1188720"/>
            <a:ext cx="6549081" cy="4846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Browser owns the webcam; the API runs the recognition pipeline; the CNN model and image store sit behind 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and contributions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Working recogniser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A trained CNN that reads the ASL alphabet from a live webcam.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Letters to speech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A sentence builder with stability logic and spoken output.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Honest evaluation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Accuracy, per-class scores, confidence behaviour, robustness and latency, with gaps stated.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84048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49808" y="402336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9888" y="3995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Complete tool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470916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Collect, train and inspect from one application, not a notebook.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34255" y="384048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4535423" y="40233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75503" y="3995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Reproducibility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35423" y="470916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One script writes every metric to JSON; figures are regenerated from it.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19871" y="384048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8321040" y="402336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19" y="3995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Quality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470916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Automated tests for the API, preprocessing, recogniser and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34440"/>
            <a:ext cx="11091672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F172A"/>
                </a:solidFill>
              </a:rPr>
              <a:t>[1] D. T. D. Vo, V. D. Nguyen, T. H. M. Nguyen and M. H. Vo, "MAG-KD: Mask-guided adaptive gating knowledge distillation for skeleton-based sign language recognition on edge devices," IEEE Access, vol. 14, pp. 54761-54775, 2026, doi: 10.1109/ACCESS.2026.3681176.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F172A"/>
                </a:solidFill>
              </a:rPr>
              <a:t>[2] B. A. Al Abdullah, G. A. Amoudi and H. S. Alghamdi, "Advancements in sign language recognition: A comprehensive review and future prospects," IEEE Access, vol. 12, pp. 128871-128895, 2024.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F172A"/>
                </a:solidFill>
              </a:rPr>
              <a:t>[3] R. Rastgoo, K. Kiani and S. Escalera, "Sign language recognition: A deep survey," Expert Syst. Appl., vol. 164, Art. no. 113794, Feb. 2021.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F172A"/>
                </a:solidFill>
              </a:rPr>
              <a:t>[4] T. Starner, J. Weaver and A. Pentland, "Real-time American Sign Language recognition using desk and wearable computer based video," IEEE Trans. Pattern Anal. Mach. Intell., vol. 20, no. 12, pp. 1371-1375, Dec. 1998.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F172A"/>
                </a:solidFill>
              </a:rPr>
              <a:t>[5] N. Pugeault and R. Bowden, "Spelling it out: Real-time ASL fingerspelling recognition," in Proc. IEEE Int. Conf. Comput. Vis. Workshops (ICCV Workshops), Barcelona, Spain, Nov. 2011, pp. 1114-1119.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F172A"/>
                </a:solidFill>
              </a:rPr>
              <a:t>[6] V. Bheda and D. Radpour, "Using deep convolutional networks for gesture recognition in American Sign Language," 2017, arXiv:1710.06836.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F172A"/>
                </a:solidFill>
              </a:rPr>
              <a:t>[14] O. M. Sincan and H. Y. Keles, "AUTSL: A large scale multi-modal Turkish Sign Language dataset and baseline methods," IEEE Access, vol. 8, pp. 181340-181355, 2020.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F172A"/>
                </a:solidFill>
              </a:rPr>
              <a:t>[15] D. Li, C. R. Opazo, X. Yu and H. Li, "Word-level deep sign language recognition from video: A new large-scale dataset and methods comparison," in Proc. IEEE Winter Conf. Appl. Comput. Vis. (WACV), Mar. 2020, pp. 1448-1458.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nSpeak">
  <a:themeElements>
    <a:clrScheme name="SignSpeak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SignSpea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ignSpeak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 Language Recognition System Based on Convolutional Neural Networks (CNNs): Review 1</dc:title>
  <dc:subject>Batch A16 (CSE-A)</dc:subject>
  <dc:creator>AJAY, A NAVADEEP REDDDY, B MANIDEEP, B MAHESHWARI</dc:creator>
  <cp:lastModifiedBy/>
  <cp:revision>1</cp:revision>
  <dcterms:created xsi:type="dcterms:W3CDTF">2026-10-13T12:36:40Z</dcterms:created>
  <dcterms:modified xsi:type="dcterms:W3CDTF">2026-10-13T12:36:40Z</dcterms:modified>
  <cp:keywords>sign language recognition, CNN, ASL, computer vision</cp:keywords>
  <dc:description/>
</cp:coreProperties>
</file>