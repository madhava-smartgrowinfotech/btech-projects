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AJAY	24k95A0502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 NAVADEEP REDDDY	23K91A0514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MANIDEEP	23K91A0540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 MAHESHWARI	23K91A0536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V. PALLAVI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Sign Language Recognition System Based on Convolutional Neural Networks (CNNs)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Sign language serves as an essential medium of communication for individuals with hearing and speech impairments, enabling them to interact effectively with others.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However, the lack of widespread understanding of sign language often creates communication barriers between deaf and hearing communities.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overcome this challenge, intelligent sign language recognition systems have emerged as an effective solution.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presents a Sign Language Recognition System based on Convolutional Neural Networks (CNNs) for the accurate identification of hand gestures representing American.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captures real-time hand gesture images through a webcam and processes them using image preprocessing techniques such as grayscale conversion, noise reduction.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"MAG-KD: Mask-Guided Adaptive Gating Knowledge Distillation for Skeleton-Based Sign Language Recognition on Edge Devices"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10.1109/access.2026.3681176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advances skeleton-based recognition and knowledge distillation for accuracy and efficiency. The gap is an accessible end-to-end system that recognises signs live and renders them as both text and speech.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Sign language is the primary means of communication for people with hearing and speech impairment.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Very few hearing people understand it, which isolates signers in everyday interactions.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Automatic recognition can translate signs into text and speech in real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Convolutional Neural Networks learn hand shape and orientation directly from images.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Skeleton and landmark representations make recognition robust to background and lighting.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working recogniser turns a camera into an accessible communication aid.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MAG-KD: Mask-Guided Adaptive Gating Knowledge Distillation for Skeleton-Based Sign Language Recognition.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Sign Language Recognition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Sign Language Processing,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Gesture Recognition For Sign Language With AI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Implementation Of A Dynamic Gesture Recognition Based Indian Sign Language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i-manager's Journal on Pattern Recognition, 2024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Translation Independent Gesture Recognition System for Multilingual Sign Language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a dataset of hand gesture images covering the target sign alphabet and common words.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images with segmentation, resizing and augmentation to improve generalisation.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Design and train a CNN architecture for gesture classification.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Optimise the model for real-time inference from a live camera feed.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Convert recognised signs into on-screen text and synthesised speech output.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accuracy, per-class performance and inference latency on unseen signers.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Communication between deaf and hearing people breaks down without a human interpreter.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Interpreters are scarce, costly and unavailable for everyday spontaneous interaction.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Recognition accuracy degrades with background clutter, lighting change and unseen signers.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Many published systems classify static images only and cannot run in real time.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real-time recogniser that converts hand gestures into text and speech accurately enough for everyday use.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