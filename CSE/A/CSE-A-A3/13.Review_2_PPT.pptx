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Diabetes</c:v>
                </c:pt>
                <c:pt idx="1">
                  <c:v>Heart disease</c:v>
                </c:pt>
                <c:pt idx="2">
                  <c:v>Liver disease</c:v>
                </c:pt>
                <c:pt idx="3">
                  <c:v>Kidney disease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0.8599</c:v>
                </c:pt>
                <c:pt idx="1">
                  <c:v>0.9241</c:v>
                </c:pt>
                <c:pt idx="2">
                  <c:v>0.8406</c:v>
                </c:pt>
                <c:pt idx="3">
                  <c:v>0.9027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DT</c:v>
                </c:pt>
              </c:strCache>
            </c:strRef>
          </c:tx>
          <c:spPr>
            <a:solidFill>
              <a:srgbClr val="E8A317"/>
            </a:solidFill>
          </c:spPr>
          <c:cat>
            <c:strRef>
              <c:f>Sheet1!$A$2:$A$5</c:f>
              <c:strCache>
                <c:ptCount val="4"/>
                <c:pt idx="0">
                  <c:v>Diabetes</c:v>
                </c:pt>
                <c:pt idx="1">
                  <c:v>Heart disease</c:v>
                </c:pt>
                <c:pt idx="2">
                  <c:v>Liver disease</c:v>
                </c:pt>
                <c:pt idx="3">
                  <c:v>Kidney disease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0.7403</c:v>
                </c:pt>
                <c:pt idx="1">
                  <c:v>0.8447</c:v>
                </c:pt>
                <c:pt idx="2">
                  <c:v>0.7431</c:v>
                </c:pt>
                <c:pt idx="3">
                  <c:v>0.7944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Sheet1!$A$2:$A$5</c:f>
              <c:strCache>
                <c:ptCount val="4"/>
                <c:pt idx="0">
                  <c:v>Diabetes</c:v>
                </c:pt>
                <c:pt idx="1">
                  <c:v>Heart disease</c:v>
                </c:pt>
                <c:pt idx="2">
                  <c:v>Liver disease</c:v>
                </c:pt>
                <c:pt idx="3">
                  <c:v>Kidney disease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0.8185</c:v>
                </c:pt>
                <c:pt idx="1">
                  <c:v>0.8924</c:v>
                </c:pt>
                <c:pt idx="2">
                  <c:v>0.7662</c:v>
                </c:pt>
                <c:pt idx="3">
                  <c:v>0.8532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6B52D6"/>
            </a:solidFill>
          </c:spPr>
          <c:cat>
            <c:strRef>
              <c:f>Sheet1!$A$2:$A$5</c:f>
              <c:strCache>
                <c:ptCount val="4"/>
                <c:pt idx="0">
                  <c:v>Diabetes</c:v>
                </c:pt>
                <c:pt idx="1">
                  <c:v>Heart disease</c:v>
                </c:pt>
                <c:pt idx="2">
                  <c:v>Liver disease</c:v>
                </c:pt>
                <c:pt idx="3">
                  <c:v>Kidney disease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0.8636</c:v>
                </c:pt>
                <c:pt idx="1">
                  <c:v>0.9193</c:v>
                </c:pt>
                <c:pt idx="2">
                  <c:v>0.7755</c:v>
                </c:pt>
                <c:pt idx="3">
                  <c:v>0.8808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Intelligent Health Assistant is designed and built: data, models, what is implemented, the first measured results, and the open items. The training data are synthetic and we say so on every relevant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1. Need: A single machine learning system that screens multiple diseases from routine clinical parameters and flags risk early. The base paper studies one disease with real data and explanations; this project covers four diseases on synthetic data and does not yet explain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layers. The FastAPI layer imports the Flask module, so no model code was rewritten for the React interface. There is no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workflow is exactly what train_models.py runs. The scaler is fitted on the training part only, so the test rows do not leak into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explicit: the build environment had no access to public data, so the CSVs are generated. Because labels are a linear rule plus 8% flips, no model can exceed about 92% accuracy. The README and the Datasets page of the app say the same. Feature counts per disease: 8, 13, 10 and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Preprocessing is a single StandardScaler. The objective to handle missing values and outliers has nothing to act on in the synthetic data, and no imputation code was written; the supplementary real-data check imputes with the median.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scikit-learn models per disease. Random Forest fits the training part to 93.6-95.9% but scores less on test, which shows over-fitting of the noisy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exactly the settings of train_models.py. The re-run in scripts/run_experiments.py reproduces all 16 stored results to four decimals.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decision rule is simple and fixed. The model selection is not robust for diabetes: SVM beat Logistic Regression by 0.004 F1 on one split, inside the split-to-split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flow. Level 0 and level 2 are in the report. The module table lists where each step of the flow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there is no database and no stored patient data. Predictions are computed and returned; nothing is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is open source and runs on one machine; run.bat starts the stack. scikit-learn is pinned because the saved models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gaps are imputation / outlier handling, explanations and recommendations; ROC-AUC and cross-validation exist only as offline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Hold-out accuracy of the served models: diabetes SVM 0.8950, heart LR 0.8850, liver LR 0.9175, kidney LR 0.8825. F1 values: Diabetes: SVM F1 0.864; Heart disease: Logistic Regression F1 0.924; Liver disease: Logistic Regression F1 0.841; Kidney disease: Logistic Regression F1 0.903. These are results on synthetic data. The supplementary real-data check gives 76.5% (Pima), 84.3% (Cleveland), 71.8% (ILPD), 98.8% (CKD) for the best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of the running application with records drawn from the training CSVs. The last one is a genuine false positive: a label-0 heart record the model calls High Risk with 99.53%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Tests run against the live API. Latency: p50 about 13 ms, p95 about 25 ms; Windows timer resolution (about 15.6 ms) quantises single calls, so treat the numbers as upper bounds.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was met either with a change in how results are reported or, where the code was not changed, with a clear statement of the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review. Real-data retraining and explanations are the two items that would most change the project's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synthetic data; why Logistic Regression is best here; why SVM is shipped for diabetes; why there are no explanations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Prediction Using Machine Learning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Multi-Disease Prediction Using Machine Learning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four classifiers for each of four diseases, behind one web interface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AJMEERA HARINI  23K91A0507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BANDI LIKITHA  23K91A0526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CHINTHAKINDI SWATHI  23K91A0555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BADROJU SRI HANSIKA  23K91A0524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 SRUTHI, Faculty Project Guide, Department of CSE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(Autonomous)  ·  Batch A3 (CSE-A)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15270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20574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Recap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4992" y="14173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566160" y="15270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20574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14173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82512" y="15270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20574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Methodology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7696" y="14173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98864" y="15270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20574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Dataset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0175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49808" y="31272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6576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Preprocessing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64992" y="30175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566160" y="31272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36576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Models and training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81344" y="30175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82512" y="31272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36576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Decision logic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97696" y="30175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198864" y="31272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8864" y="36576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Data flow, data model, UML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6177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49808" y="47274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" y="52578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64992" y="46177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566160" y="47274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52578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Progress and results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81344" y="46177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382512" y="47274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52578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97696" y="4617720"/>
            <a:ext cx="26334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98864" y="47274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98864" y="5257800"/>
            <a:ext cx="22677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Patients see several specialists for separate tests, tools cover one disease each, and rural centres cannot interpret routine reports early. Late diagnosis raises cost and mortality.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One web application that takes routine clinical values and returns a high / low risk class with the model's confidence for diabetes, heart, liver and kidney disease.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Alam et al. (IEEE Access 2026) classify thyroid status on 7,200 UCI records with five classifiers, nested cross-validation, SHAP and counterfactuals. We take the idea of comparing classifiers under held-out evaluation and widen it to four diseases; the explanation part is not yet built.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0459"/>
            <a:ext cx="5760720" cy="4857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0" y="1371600"/>
            <a:ext cx="50292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Data:</a:t>
            </a:r>
            <a:r>
              <a:rPr sz="1500" b="0" i="0">
                <a:solidFill>
                  <a:srgbClr val="0F172A"/>
                </a:solidFill>
              </a:rPr>
              <a:t> generate_data.py writes four synthetic CSVs; train_models.py trains and saves models/*.pkl and training_report.json.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Flask layer:</a:t>
            </a:r>
            <a:r>
              <a:rPr sz="1500" b="0" i="0">
                <a:solidFill>
                  <a:srgbClr val="0F172A"/>
                </a:solidFill>
              </a:rPr>
              <a:t> app.py loads the model bundles (model, scaler, features) and field metadata; original server-side pages on port 5000.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API:</a:t>
            </a:r>
            <a:r>
              <a:rPr sz="1500" b="0" i="0">
                <a:solidFill>
                  <a:srgbClr val="0F172A"/>
                </a:solidFill>
              </a:rPr>
              <a:t> FastAPI (port 8303) imports app.py, so predictions are identical; 7 routes.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UI:</a:t>
            </a:r>
            <a:r>
              <a:rPr sz="1500" b="0" i="0">
                <a:solidFill>
                  <a:srgbClr val="0F172A"/>
                </a:solidFill>
              </a:rPr>
              <a:t> React + Vite (port 5303): prediction forms, model comparison, datasets.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No database, no accounts, no stored patient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Generate / load CSV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Split 80/20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StandardScaler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Train 4 models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Metrics on test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Best by F1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Save + serve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Same recipe per disease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Four diseases, four algorithms, one split rule (stratified, seed 42) and the same settings: 16 models in total.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Selection on F1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The model with the highest F1 on the 400-row test set is saved; this reuses the test set for selection, so the reported best is slightly optimistic.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Served unchanged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The saved model, scaler and feature list are loaded by app.py and used by the API for every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four synthetic tables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33472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591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8,000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16582"/>
            <a:ext cx="2359152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rows: 2,000 for each disease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280160"/>
            <a:ext cx="2633472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64992" y="128016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66160" y="1371600"/>
            <a:ext cx="23591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1916582"/>
            <a:ext cx="2359152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input features: 8 + 13 + 10 + 12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280160"/>
            <a:ext cx="2633472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81344" y="128016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82512" y="1371600"/>
            <a:ext cx="23591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1916582"/>
            <a:ext cx="2359152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of labels flipped at random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280160"/>
            <a:ext cx="2633472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997696" y="1280160"/>
            <a:ext cx="73152" cy="109728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98864" y="1371600"/>
            <a:ext cx="23591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~92%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1916582"/>
            <a:ext cx="2359152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accuracy ceiling set by the noise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606040"/>
          <a:ext cx="11091672" cy="2514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1097280"/>
                <a:gridCol w="1188720"/>
                <a:gridCol w="706831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High risk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Risk score is built from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Diabetes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40.6%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glucose, BMI, age, pedigree, blood pressure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Heart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73.1%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age, sex, chest pain, BP, cholesterol, angina, ST depression, vessels, max HR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Liver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28.1%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bilirubin, ALP, ALT, AST, albumin, 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</a:rPr>
                        <a:t>Kidney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59.8%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albumin, sugar, creatinine, urea, haemoglobin, glucose, gravity, BP, 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48640" y="525780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400" b="1" i="0">
                <a:solidFill>
                  <a:srgbClr val="0F172A"/>
                </a:solidFill>
              </a:rPr>
              <a:t>Synthetic:</a:t>
            </a:r>
            <a:r>
              <a:rPr sz="1400" b="0" i="0">
                <a:solidFill>
                  <a:srgbClr val="0F172A"/>
                </a:solidFill>
              </a:rPr>
              <a:t> generate_data.py (seed 42) draws feature values from clipped normal / exponential distributions, scores them with a hand-written linear rule, applies a sigmoid at 0.5 and flips 8% of labels.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400" b="0" i="0">
                <a:solidFill>
                  <a:srgbClr val="0F172A"/>
                </a:solidFill>
              </a:rPr>
              <a:t>Split: 1,600 training and 400 test rows per disease; 0 missing cells, 0 duplicates. Results show how well the pipeline recovers a known rule, not clinical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749808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5486400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the code does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train_test_split, test size 20%, stratified on the label, random_state 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Scale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StandardScaler fitted on the training rows only, applied to the test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Persist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scaler saved as models/&lt;disease&gt;_scaler.pkl and reused for every online prediction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Validate (online)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UI checks required / numeric; API rejects missing or non-finite values with HTTP 422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Range hint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UI warns when a value is outside the training range of that feature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321040" y="1325880"/>
            <a:ext cx="3319272" cy="4114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522208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1481328"/>
            <a:ext cx="23134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Not implemented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2194560"/>
            <a:ext cx="2916936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No imputation, outlier handling, feature selection, SMOTE or class weights: the synthetic data has no missing cells or real outliers. Objective 2 is only partly met.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compared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4206240"/>
                <a:gridCol w="3959352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Settings (train_models.py)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Test accuracy, 4 diseases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max_iter 1000, random_state 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88.3% - 91.8%  (served for 3 diseases)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Decision Tree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max_depth 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74.5% - 86.0%  (fits label noise)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200 trees, max_depth 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81.5% - 88.3%  (train 93.6 - 95.9%)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SVM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RBF kernel, C = 1, probability = True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85.3% - 89.5%  (served for diabetes)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1663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475569"/>
                </a:solidFill>
              </a:rPr>
              <a:t>The four algorithms are the ones named in the abstract. No hyper-parameter search was run: the settings are fixed. The linear model is the right family here because the synthetic labels come from a linear rule.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974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8622792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80/20 stratified, random_state 42 (1,600 train / 400 test per disease)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scaled with StandardScaler (fit on train)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Metrics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accuracy, precision, recall, F1 (ROC-AUC added afterwards in run_experiments.py)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Selection rule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highest F1 on the test set; ties are not handled specially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Saved files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models/&lt;disease&gt;_model.pkl, _scaler.pkl, _features.pkl, training_report.json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Pinned versions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scikit-learn 1.8.0 (older versions fail on predict_proba), pandas 3.0.2, numpy 2.4.4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Hardware / 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Intel Core i5-12500, CPU only; all 16 models fit in about 2.8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704" y="1188720"/>
            <a:ext cx="3748351" cy="5212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63440" y="1371600"/>
            <a:ext cx="694944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Choose the model.</a:t>
            </a:r>
            <a:r>
              <a:rPr sz="1500" b="0" i="0">
                <a:solidFill>
                  <a:srgbClr val="0F172A"/>
                </a:solidFill>
              </a:rPr>
              <a:t> For each disease the algorithm with the highest F1 on the hold-out set is saved: SVM for diabetes, Logistic Regression for heart, liver and kidney.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Predict.</a:t>
            </a:r>
            <a:r>
              <a:rPr sz="1500" b="0" i="0">
                <a:solidFill>
                  <a:srgbClr val="0F172A"/>
                </a:solidFill>
              </a:rPr>
              <a:t> Values are scaled, then model.predict gives the class; 1 = Positive (High Risk), 0 = Negative (Low Risk).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Confidence.</a:t>
            </a:r>
            <a:r>
              <a:rPr sz="1500" b="0" i="0">
                <a:solidFill>
                  <a:srgbClr val="0F172A"/>
                </a:solidFill>
              </a:rPr>
              <a:t> The percentage shown is max(predict_proba) of the predicted class (50-100%), not a calibrated risk.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Threshold.</a:t>
            </a:r>
            <a:r>
              <a:rPr sz="1500" b="0" i="0">
                <a:solidFill>
                  <a:srgbClr val="0F172A"/>
                </a:solidFill>
              </a:rPr>
              <a:t> The 0.5 rule is used as is; a sweep from 0.20 to 0.80 was run offline only.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Caution.</a:t>
            </a:r>
            <a:r>
              <a:rPr sz="1500" b="0" i="0">
                <a:solidFill>
                  <a:srgbClr val="0F172A"/>
                </a:solidFill>
              </a:rPr>
              <a:t> On ten different splits Logistic Regression had the best F1 every time, so the diabetes choice of SVM is within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1188720"/>
            <a:ext cx="5676595" cy="512064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675120" y="1325880"/>
          <a:ext cx="4965192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77063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generate_data.py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writes the four synthetic CSVs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train_models.py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split, scale, train, evaluate, save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app.py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load bundles, field metadata, Flask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backend/main.py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7 JSON routes over app.py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frontend/src/pages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Landing, Overview, Predict, Models, Datasets, About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scripts/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smoke, API, experiment and screenshot scripts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4970"/>
            <a:ext cx="5486400" cy="4096619"/>
          </a:xfrm>
          <a:prstGeom prst="rect">
            <a:avLst/>
          </a:prstGeom>
        </p:spPr>
      </p:pic>
      <p:pic>
        <p:nvPicPr>
          <p:cNvPr id="27" name="Picture 26" descr="06_uml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872" y="1234440"/>
            <a:ext cx="4544495" cy="4297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There is no database: data live in CSV files, model bundles in pickle files and the report in JSON. The ER diagram is the logical data model; the code is function-oriented, so the UML shows modules and data holders rather than many classes.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862279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Machine learning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scikit-learn 1.8.0 (LR, DT, RF, SVC, StandardScaler), pandas 3.0.2, numpy 2.4.4, joblib 1.5.3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Original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Flask 3.1.3 with HTML / CSS templates (port 5000)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FastAPI 0.110.0, uvicorn 0.29.0, pydantic request model, CORS for localhost:5303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React 19, Vite 8, React Router 7, Recharts 3, framer-motion, three.js hero scene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Testing and capture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scripts/smoke_test.py, scripts/api_tests.py, Playwright for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run.bat builds the venv and starts ports 8303 / 5303 (Python 3.11.9, Node 24, Windows 11)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1" cy="48280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1920240"/>
                <a:gridCol w="4050791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Synthetic data generation, four CSVs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generate_data.py, 8,000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Training and selection, 16 models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train_models.py; reproduced to 4 d.p.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Flask pages and FastAPI layer (7 routes)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smoke test 27 checks, API tests 41 / 41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React interface, four forms, models,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20 real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ROC-AUC, cross-validation, threshold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Offline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scripts/run_experiments.py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Imputation, outlier handling, feature selection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 missing values in the synthetic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Per-prediction explanations, recommendations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objective 6 only partly met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400-row test sets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33472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051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59152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89.5%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890064"/>
            <a:ext cx="2359152" cy="399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accuracy: diabetes, SVM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280160"/>
            <a:ext cx="2633472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64992" y="128016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66160" y="1371600"/>
            <a:ext cx="2359152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88.5%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1890064"/>
            <a:ext cx="2359152" cy="399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accuracy: heart, Logistic Regression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280160"/>
            <a:ext cx="2633472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81344" y="128016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82512" y="1371600"/>
            <a:ext cx="2359152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91.8%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1890064"/>
            <a:ext cx="2359152" cy="399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accuracy: liver, Logistic Regression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280160"/>
            <a:ext cx="2633472" cy="1051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997696" y="1280160"/>
            <a:ext cx="73152" cy="105156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98864" y="1371600"/>
            <a:ext cx="2359152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88.3%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1890064"/>
            <a:ext cx="2359152" cy="399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accuracy: kidney, Logistic Regression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48640" y="2514600"/>
          <a:ext cx="7040880" cy="3749039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7818120" y="2560320"/>
            <a:ext cx="3822191" cy="37033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019288" y="274320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9368" y="2715768"/>
            <a:ext cx="28163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3429000"/>
            <a:ext cx="3419856" cy="2697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F1 by algorithm. Logistic Regression has the best F1 on 10 of 10 random splits for all four diseases. Synthetic data: ceiling about 92%. On real public data the best algorithm scores 72-99% and the shipped models transfer only partly.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5_predict-diabe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118872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548640" y="345643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Diabetes: High Risk, SVM</a:t>
            </a:r>
          </a:p>
        </p:txBody>
      </p:sp>
      <p:pic>
        <p:nvPicPr>
          <p:cNvPr id="28" name="Picture 27" descr="13_predict-diabetes-low-ris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971" y="118872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4334255" y="345643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Diabetes: Low Risk</a:t>
            </a:r>
          </a:p>
        </p:txBody>
      </p:sp>
      <p:pic>
        <p:nvPicPr>
          <p:cNvPr id="30" name="Picture 29" descr="17_validation-err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588" y="118872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8119871" y="345643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Empty form: required fields</a:t>
            </a:r>
          </a:p>
        </p:txBody>
      </p:sp>
      <p:pic>
        <p:nvPicPr>
          <p:cNvPr id="32" name="Picture 31" descr="09_mode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" y="379476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548640" y="606247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Model comparison</a:t>
            </a:r>
          </a:p>
        </p:txBody>
      </p:sp>
      <p:pic>
        <p:nvPicPr>
          <p:cNvPr id="34" name="Picture 33" descr="10_datase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7971" y="379476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4334255" y="606247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Datasets and synthetic warning</a:t>
            </a:r>
          </a:p>
        </p:txBody>
      </p:sp>
      <p:pic>
        <p:nvPicPr>
          <p:cNvPr id="36" name="Picture 35" descr="20_predict-heart-false-posit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3588" y="3794760"/>
            <a:ext cx="3584448" cy="224028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8119871" y="6062472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Failure case: label 0, model says High Risk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33472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28016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371600"/>
            <a:ext cx="23591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16582"/>
            <a:ext cx="2359152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smoke-test checks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280160"/>
            <a:ext cx="2633472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64992" y="1280160"/>
            <a:ext cx="73152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66160" y="1371600"/>
            <a:ext cx="23591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41 / 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1916582"/>
            <a:ext cx="2359152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API checks: functional, consistency,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280160"/>
            <a:ext cx="2633472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181344" y="128016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82512" y="1371600"/>
            <a:ext cx="23591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14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1916582"/>
            <a:ext cx="2359152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median predict latency, 127.0.0.1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280160"/>
            <a:ext cx="2633472" cy="10972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997696" y="1280160"/>
            <a:ext cx="73152" cy="109728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98864" y="1371600"/>
            <a:ext cx="235915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416 /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1916582"/>
            <a:ext cx="2359152" cy="4169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requests per second, 4 clients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743200"/>
          <a:ext cx="11091672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126480"/>
                <a:gridCol w="4965192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API accepts impossible values (glucose 100,000 mg/dL gives High Risk 60.94%; age -5 is accepted)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Only a UI warning exists; server range validation is a next step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Missing, NaN, infinite, text and null inputs, unknown disease, malformed 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Rejected with 422 / 404 / 405 as designed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API prediction equals direct model.predict on 40 sampled rows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Consistency with the Flask pages confirmed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No pytest suite, load test beyond 200 calls, security test or user study has been done. Timings were taken on a busy PC.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25880"/>
          <a:ext cx="11091672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5605272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 public clinical data in the build environment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Synthetic generator; a separate real-data check (Pima, UCI Cleveland, ILPD, CKD) was added for the documents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Random Forest over-fits the noisy labels (train 93.6-95.9%, test 81.5-88.3%)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Depth limited to 8; stated as a finding; cross-validation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Model chosen on the test set with one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5-fold CV and 10 splits show Logistic Regression best; the shipped diabetes SVM is not changed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Shipped models transfer partly to real records (liver 54.0% vs 71.4% majority baseline)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Documented as a limitation; retraining on real data is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Saved models need the same scikit-learn version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requirements.txt pins scikit-learn 1.8.0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33472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31136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Report ROC curves, confusion matrices, cross-validation and threshold analysis in the final results.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463040"/>
            <a:ext cx="2633472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331720"/>
            <a:ext cx="2231136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Show the driving parameters per prediction (objective 6); compare with SHAP and counterfactuals of the base paper.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463040"/>
            <a:ext cx="2633472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Harden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331720"/>
            <a:ext cx="2231136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Range validation on the server, imputation and outlier handling, retraining on real public 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463040"/>
            <a:ext cx="2633472" cy="42062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61848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Document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331720"/>
            <a:ext cx="2231136" cy="3200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Final report, IEEE paper and final deck with every figure regenerated from the JSON files.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 Assistant">
  <a:themeElements>
    <a:clrScheme name="Health Assistant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ealth Assista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Multi-Disease Prediction Using Machine Learning: Review 2</dc:title>
  <dc:subject>Batch A3 (CSE-A)</dc:subject>
  <dc:creator>AJMEERA HARINI, BANDI LIKITHA, CHINTHAKINDI SWATHI, BADROJU SRI HANSIKA</dc:creator>
  <cp:lastModifiedBy/>
  <cp:revision>1</cp:revision>
  <dcterms:created xsi:type="dcterms:W3CDTF">2026-10-13T12:40:05Z</dcterms:created>
  <dcterms:modified xsi:type="dcterms:W3CDTF">2026-10-13T12:40:05Z</dcterms:modified>
  <cp:keywords>multi-disease prediction, machine learning, diabetes, heart, liver, kidney</cp:keywords>
  <dc:description/>
</cp:coreProperties>
</file>