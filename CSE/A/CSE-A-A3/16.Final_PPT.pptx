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</c:v>
                </c:pt>
                <c:pt idx="2">
                  <c:v>Liver</c:v>
                </c:pt>
                <c:pt idx="3">
                  <c:v>Kidney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0.8599</c:v>
                </c:pt>
                <c:pt idx="1">
                  <c:v>0.9241</c:v>
                </c:pt>
                <c:pt idx="2">
                  <c:v>0.8406</c:v>
                </c:pt>
                <c:pt idx="3">
                  <c:v>0.9027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DT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</c:v>
                </c:pt>
                <c:pt idx="2">
                  <c:v>Liver</c:v>
                </c:pt>
                <c:pt idx="3">
                  <c:v>Kidney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0.7403</c:v>
                </c:pt>
                <c:pt idx="1">
                  <c:v>0.8447</c:v>
                </c:pt>
                <c:pt idx="2">
                  <c:v>0.7431</c:v>
                </c:pt>
                <c:pt idx="3">
                  <c:v>0.7944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</c:v>
                </c:pt>
                <c:pt idx="2">
                  <c:v>Liver</c:v>
                </c:pt>
                <c:pt idx="3">
                  <c:v>Kidney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0.8185</c:v>
                </c:pt>
                <c:pt idx="1">
                  <c:v>0.8924</c:v>
                </c:pt>
                <c:pt idx="2">
                  <c:v>0.7662</c:v>
                </c:pt>
                <c:pt idx="3">
                  <c:v>0.8532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6B52D6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</c:v>
                </c:pt>
                <c:pt idx="2">
                  <c:v>Liver</c:v>
                </c:pt>
                <c:pt idx="3">
                  <c:v>Kidney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0.8636</c:v>
                </c:pt>
                <c:pt idx="1">
                  <c:v>0.9193</c:v>
                </c:pt>
                <c:pt idx="2">
                  <c:v>0.7755</c:v>
                </c:pt>
                <c:pt idx="3">
                  <c:v>0.8808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a web application that screens four chronic conditions from routine clinical values with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honest limits,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the headline numbers with their protocol, and end on the honest limits: synthetic data, no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rigorous single-disease study on real data. We take its idea of comparing classical classifiers under held-out evaluation and widen it to four diseases behind one interface; we do not reproduce its nested CV or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are quoted as the authors report them. Survey items that could not be verified are listed in the report and not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project covers the first and the last gap; explanation is only partly addressed (offline permutation importance, not in the app).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parts: predict the class, say how confident the model is, and do it in one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objectives from the proposal. The conclusion slide states how each was met: three achieved or partly, honestly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one line of boxes, then the four properties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API wraps the Flask module; nothing is persisted.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shipped pipeline is deliberately simple. The extra protocols exist because selecting on one 400-row split is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explicit: the rows are generated. The four training datasets are synthetic: generate_data.py draws 2,000 rows per disease from clipped normal, exponential and uniform distributions, computes a hand-written linear risk score, converts it to a label with a sigmoid and a 0.5 threshold, and then flips 8% of the labels at random. No classifier can therefore exceed about 92% accuracy on this data, and the reported accuracies describe how well the pipeline recovers a known rule, not how well it detects disease in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training and serving path. Middle: one prediction as a sequence. Right: what the decision rule does and does not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cases of the user and the developer; the ER diagram is a logical model of files and in-memory objects, not a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shared model module, generated forms, samples, validation. Latency measured while the PC was under memory pressure; Windows timer resolution is about 15 ms, so treat as upper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Protocol: 1,600 train, 400 test rows per disease, seed 42, fixed settings. Numbers match models/training_report.json exactly; ROC-AUC was measured afterwards by run_experiments.py.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true label, columns the prediction. For a screening aid a miss is costlier than a false alarm; the costs were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Cross-validation re-fits the scaler inside each fold. Error bars are one standard deviation. The shipped diabetes model is within noise of LR but is not the best by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Threshold sweep is on the test predictions of the served model (precision, recall, F1). Sensitivity: test accuracy, seed-42 split, one parameter varied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Scripts/real_data_check.py. Heart codes (cp, slope, thal) had to be mapped; the thal mapping is arbitrary. Sources: Pima (NIDDK), UCI Cleveland, UCI ILPD, UCI CKD.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Observations, not failures: the API accepts impossible values such as glucose 100,000 or age -5, because there is no clinical range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 base paper uses real thyroid data with nested cross-validation. Our data are synthetic, so no like-for-like comparison is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screenshots: each prediction page filled from a real CSV row ('Positive sample'), the model-comparison page and the dataset page that states the data are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Landing and overview pages, then label-0 samples scored by the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third output slide shows failure and edge cases: a real false positive, validation errors, out-of-range warning, the phone layout and the 404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Status of each objective: 1: PARTLY | 2: PARTLY | 3: ACHIEVED | 4: PARTLY | 5: ACHIEVED | 6: PARTLY. Evaluation is on synthetic data and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Using Machine Learning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A3 (CSE-A)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23K91A0507   Ajmeera Harini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23K91A0526   Bandi Likitha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23K91A0555   Chinthakindi Swathi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23K91A0524   Badroju Sri Hansika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Sruthi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Project Guide,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and Technology (Autonomous)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Drivers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Use Cases &amp; Data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Metrics, Confusion, Stability, Threshold &amp; Parameters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Check, Testing &amp; 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Chronic diseases are found late, and screening tools usually cover one condition at a time. We built an Intelligent Health Assistant that screens four conditions - diabetes, heart, liver and kidney disease - from routine clinical values in one web interface.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 disease, Logistic Regression, Decision Tree, Random Forest and an RBF SVM are trained on standardised inputs and compared on a stratified 80/20 split; the best model by F1 is saved and served by a FastAPI service and a React interface.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data are synthetic (2,000 rows per disease, linear risk rule, 8% flipped labels, so about 92% is the ceiling). Selected models reach 89.5%, 88.5%, 91.8% and 88.3% accuracy: a check on the pipeline, not clinical performance.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 real public data the same algorithms reach 72-99%, and the shipped models transfer only partly. API checks: 41/41 passed.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implemented: per-prediction explanations, recommendations, imputation, range validation. A teaching demonstration, not a diagnostic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M. Z. Alam, R. Rahman, H. M. Sozib, H. Ahmed, A. Hossain, A. A. Sabeena, A. F. Tasnim, F. Ahmed, M. I. Sarkar and T. I. Erdei, "Enhancing Thyroid Disease Diagnosis With Machine Learning and Counterfactual Explainable AI," IEEE Access, vol. 14, pp. 80346-80370, 2026, doi: 10.1109/ACCESS.2026.3663497.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51760"/>
          <a:ext cx="1115568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(thyroid disease, IEEE Access 2026)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Five classifiers (SVC, Random Forest, Extra Trees, AdaBoost, CatBoost), nested cross-validation (5 outer, 3 inner folds), SHAP and counterfactual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UCI thyroid data, 7,200 samples, 21 features, three classes; full feature set and a TOP-10 consensus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 and CatBoost 0.996-0.997 accuracy / F1, AUC 0.999-1.000; SVC 0.965-0.967 accuracy; SMOTE tried and rejected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 imbalance, no external validation, one disease; explanations aligned with TSH / FTI physiology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00200"/>
          <a:ext cx="1129284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017520"/>
                <a:gridCol w="1828800"/>
                <a:gridCol w="2560320"/>
                <a:gridCol w="17830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Alam et al., 2026 (base paper)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Five classifiers, nested cross-validation, full and TOP-10 feature sets, SHAP and counterfactual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UCI thyroid, 7,200 samples, 21 features, 3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 / CatBoost accuracy 0.996-0.997, AUC 0.999-1.000; SVC 0.965-0.967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disease; class imbalance; no external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Zannat et al., 2025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Eight classifiers plus soft and hard voting ensembles; PCA; 5-fold CV tuning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Bangla symptoms-disease set: 758 relations, 85 diseases, 172 symptoms; 607 train / 151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Ensembles accuracy 0.98; Random Forest 0.97; Decision Tree 0.78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Symptom flags only, no laboratory values; small data; single 80/20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 Nahian et al., 2022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Several classifiers on survey-based symptom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Survey data for 11 common diseases (e.g. flu, migraine, heart disease, diabetes)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Abstract names a best classifier but gives no numbers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quantitative result in the abstract; symptom survey, not clinical measurements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Kamakshamma et al., 2025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Django web app with one model per disease; recall prioritised; threshold lowered to 0.2 for diabetes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Kaggle: stroke 5,110, student depression 27,901, diabetes 100,000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Recall 94.73% (stroke), 88.39% (depression), 91.02% (diabetes)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Different diseases; public Kaggle data; no liver or kidney 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Sun and Sun, 2024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Six supervised classifiers compared with accuracy, precision, recall and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Pima Indians Diabetes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Gradient boosting best, 81.8%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Authors state results may apply only to this sub-population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Islam et al., 2023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 supervised classifiers after reducing 25 variables to about 30% of them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Chronic kidney disease data, 25 variables including the class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XGBoost best: accuracy 0.983, precision, recall and F1 0.98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Single disease; one data set; no external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Salekin and Stankovic, 2016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Classifier over 24 predictive parameters; attribute ranking; cost-accuracy trade-off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400 individuals, 250 with CKD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F1 0.993, RMSE 0.1084; error 56% lower than CKD-EPI equation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Small cohort; kidney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Straw and Wu, 2022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Re-created published liver-disease models; sex-stratified error analysis, 100 repeats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Indian Liver Patient 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about 71% (logistic regression) to about 79% (SVM); higher false-negative rate in women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Shows bias, does not propose a deployable fix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181344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Details as read from each source; datasets and protocols differ, so the reported numbers are not comparable with each other or with 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disease at a time: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surveyed papers each target a single condition; a separate tool and workflow is needed per disease.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Screening plus explanation: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the gap is a single pipeline that screens several conditions from routine values and explains which parameters drove each prediction - the base paper does the explaining (SHAP, counterfactuals) for thyroid only.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Evidence quality: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many small demonstrations report one split on one dataset; model choice on a single split is fragile and synthetic data is rarely audited against real data.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20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Usability:</a:t>
            </a: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few works deliver a running interface that a non-programmer can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219456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Given the routine clinical values of one patient (for example glucose, blood pressure, cholesterol, bilirubin, creatinine, haemoglobin), estimate for each of four chronic conditions - diabetes, heart disease, liver disease and kidney disease - whether the patient falls in the high-risk or the low-risk class, report how confident the model is, and do so through one interface that a non-programmer can use. The classifier for every condition must be chosen by comparing several algorithms on held-out data with metrics that are not fooled by class imbalance.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5196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patient's routine clinical values (8-13 fields per disease)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5196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006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High-risk / low-risk class and the model's confidence, per disease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5196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006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Metrics per algorithm, saved model, model-comparison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Collect and clean benchmark datasets covering diabetes, heart disease, liver and kidney disorders.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Handle missing values, outliers and feature scaling through a common preprocessing pipeline.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Train and compare Logistic Regression, Decision Tree, Random Forest and Support Vector Machine for each disease.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Select the best model per disease using accuracy, precision, recall and ROC-AUC.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Serve the selected models behind a single interface that accepts one patient record.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Present a per-disease risk indication together with the parameters that drove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 values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 + scale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Predict (4 models)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Best-by-F1 model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class +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Four scikit-learn classifiers per disease (LR, Decision Tree, Random Forest, RBF SVM); the best on F1 is saved with joblib and loaded at start-up.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service with seven routes imports the original Flask module, so predictions match the earlier pages exactly.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interface: landing page, overview, one prediction form per disease with real-record samples, model comparison, dataset page; dark and light themes, phone layout.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result carries a not-a-diagnosis notice; no data are stored.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426"/>
            <a:ext cx="5486400" cy="4625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828800"/>
            <a:ext cx="539496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React 19 + Vite (port 5303); original Flask pages (5000)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FastAPI (8303), 7 routes, CORS limited to the local front end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Core: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app.py model bundles (model, scaler, features) and field metadata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 and models: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four CSV files, joblib pickles, training_report.json; no database, no login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 CSVs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Split 80/20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StandardScaler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 4 models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Pick max F1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 + 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80/20 stratified, random_state 42 (1,600 train / 400 test per disease). Scaler fitted on the training part only; nothing else (no imputation, feature selection, tuning or class weights).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Settings: LR max_iter 1000; Decision Tree depth 6; Random Forest 200 trees, depth 8; SVM RBF, C = 1, probability on.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Beyond the shipped script we added ROC-AUC, confusion matrices, 5-fold CV, ten random splits, threshold and parameter sweeps, permutation importance, and a real-data check.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All numbers are written to JSON by scripts/run_experiments.py and read into the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Drivers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 x 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rows, synthetic, no missing / duplicates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8 % flipped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3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label noise: ceiling about 92%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8 - 13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06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features per disease (4 sets)</a:t>
            </a:r>
          </a:p>
        </p:txBody>
      </p:sp>
      <p:pic>
        <p:nvPicPr>
          <p:cNvPr id="19" name="Picture 18" descr="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682" y="1600200"/>
            <a:ext cx="5213275" cy="356615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78240" y="1737360"/>
            <a:ext cx="3017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Positive rate: diabetes 40.6%, heart 73.1%, liver 28.1%, kidney 59.8%.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Top drivers (permutation): glucose; ca, age; alkaline phosphatase; albumin, haemoglobin.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Labels come from a hand-written linear risk rule, so recovering these drivers checks the pipeline: it is not evidence about real patients.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Permutation importance was run offline; the application does not show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 &amp;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5" y="1600200"/>
            <a:ext cx="3419548" cy="4754880"/>
          </a:xfrm>
          <a:prstGeom prst="rect">
            <a:avLst/>
          </a:prstGeom>
        </p:spPr>
      </p:pic>
      <p:pic>
        <p:nvPicPr>
          <p:cNvPr id="8" name="Picture 7" descr="07_sequence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369" y="1600200"/>
            <a:ext cx="365478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1737360"/>
            <a:ext cx="36118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Validate: required and numeric in the form; missing or non-finite values give HTTP 422.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Scale with the stored scaler, predict, and take max(predict_proba) as the confidence.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Class 1 = Positive (High Risk); class 0 = Negative (Low Risk).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range check: glucose 100,000 mg/dL is accepted by the API (UI shows a warning only).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Data Model (logical)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8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49" y="1645920"/>
            <a:ext cx="5644341" cy="3657600"/>
          </a:xfrm>
          <a:prstGeom prst="rect">
            <a:avLst/>
          </a:prstGeom>
        </p:spPr>
      </p:pic>
      <p:pic>
        <p:nvPicPr>
          <p:cNvPr id="8" name="Picture 7" descr="09_er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618" y="1645920"/>
            <a:ext cx="4898442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48640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There is no SQL database and no user accounts: the data model describes CSV files, pickled model bundles and the JSON training report. Predictions are transient and never stored.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33472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59152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routes (FastAPI)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737360"/>
            <a:ext cx="2633472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19272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02152" y="1792224"/>
            <a:ext cx="2359152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41/41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20747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checks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737360"/>
            <a:ext cx="2633472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35624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18504" y="1792224"/>
            <a:ext cx="2359152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20747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front-end page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1737360"/>
            <a:ext cx="2633472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51976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34856" y="1792224"/>
            <a:ext cx="2359152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20747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command to start (run.bat)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imports app.py, so Flask and React give identical predictions (40 of 40 sampled rows agree).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Form fields (label, min, max, median, options) are generated from FIELD_META and the CSV ranges.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'Positive / Negative sample' buttons pre-fill a real CSV row.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Out-of-training-range values trigger a warning; the server rejects missing or non-finite input.</a:t>
            </a:r>
          </a:p>
        </p:txBody>
      </p:sp>
      <p:pic>
        <p:nvPicPr>
          <p:cNvPr id="24" name="Picture 23" descr="api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051779"/>
            <a:ext cx="4937759" cy="19431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6560" y="51206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Latency on 127.0.0.1, 200 calls per route. No authentication, persistence or audit log (honest limits).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Performance (400-row test 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7818120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2011680"/>
                <a:gridCol w="914400"/>
                <a:gridCol w="914400"/>
                <a:gridCol w="822960"/>
                <a:gridCol w="77724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Selected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Diabetes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0.8210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0.8636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0.9077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Heart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0.9589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0.9241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0.8455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Liver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0.9158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0.7768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0.8406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0.8881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Kidney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0.8934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0.9076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503920" y="1600200"/>
          <a:ext cx="338328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114800"/>
            <a:ext cx="11155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 is selected for heart, liver and kidney; SVM for diabetes (F1 0.8636 vs 0.8599, a gap well inside split noise).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Decision Tree is weakest everywhere (accuracy 74.5-86.0%); Random Forest over-fits the noisy labels (train 93.6-95.9%, test 81.5-88.3%).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Accuracy 88.3-91.8% sits close to the 92% noise ceiling: the models recover the rule, they do not detect disease.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Selection used the same test set that reports the scores, so the best-model figures are slightly optimistic.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&amp; ROC Curves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Picture 6" descr="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9532"/>
            <a:ext cx="7589520" cy="1958735"/>
          </a:xfrm>
          <a:prstGeom prst="rect">
            <a:avLst/>
          </a:prstGeom>
        </p:spPr>
      </p:pic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1602509"/>
            <a:ext cx="3657600" cy="31957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40480"/>
            <a:ext cx="749807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Diabetes (SVM): 29 of 162 diabetic test cases missed, only 13 false alarms. Heart (LR): 34 of 108 low-risk rows flagged (the model favours recall, 0.9589).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Liver (LR): 25 of 112 positives missed, 8 false alarms. Kidney (LR): 21 missed, 26 false alarms.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ROC-AUC of the selected models 0.85-0.91; Random Forest and SVM curves are close to LR, the tree is lower.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8920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ROC curves of all four algorithms for each disease (test set); AUC in the legends.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5-Fold CV and Ten Random Splits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53284"/>
            <a:ext cx="7680960" cy="236271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160520"/>
          <a:ext cx="11155680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2011680"/>
                <a:gridCol w="1920240"/>
                <a:gridCol w="2011680"/>
                <a:gridCol w="1920240"/>
                <a:gridCol w="164592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Served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Served: hold-out 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LR: 5-fold CV 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LR: 10 splits 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LR best F1 (of 10)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Diabetes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0.895 ± 0.006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0.893 ± 0.013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Heart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0.904 ± 0.006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0.904 ± 0.014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Liver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0.903 ± 0.011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0.906 ± 0.010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Kidney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0.878 ± 0.015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0.877 ± 0.014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69164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 has the best F1 on 10 of 10 splits for every disease.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 diabetes SVM was shipped from one split; CV and the other nine splits favour LR (0.8955 vs 0.8765 accuracy in CV).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Parameter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6352"/>
            <a:ext cx="7589520" cy="1983383"/>
          </a:xfrm>
          <a:prstGeom prst="rect">
            <a:avLst/>
          </a:prstGeom>
        </p:spPr>
      </p:pic>
      <p:pic>
        <p:nvPicPr>
          <p:cNvPr id="8" name="Picture 7" descr="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51268"/>
            <a:ext cx="7589520" cy="21443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691640"/>
            <a:ext cx="34747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Best-F1 threshold (0.20-0.80): diabetes 0.50; heart 0.55; liver 0.50; kidney 0.50. The app always uses 0.50.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Trees peak at depth 4-8 and drop when deeper (they fit label noise); RF is flat beyond 50 trees.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SVM is best at C 0.3-1 and falls to 77-83% accuracy at C = 100.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grid search was run: shipped settings are reasonable but untuned.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Check on Real Public Data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Picture 6" descr="real_vs_synthe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50977"/>
            <a:ext cx="6675119" cy="277880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737360"/>
          <a:ext cx="4480560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1280160"/>
                <a:gridCol w="960120"/>
                <a:gridCol w="594360"/>
                <a:gridCol w="73152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Real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Shipped acc.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Majority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Diabetes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Pima, 768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75.0%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0.796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65.1%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Heart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Cleveland, 303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69.6%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0.884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54.1%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Liver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ILPD, 583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54.0%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0.745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71.4%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Kidney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UCI CKD, 400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82.3%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62.5%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72000"/>
            <a:ext cx="11247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Same four algorithms, 5-fold CV x 3 on real data: best accuracy 76.5% (diabetes), 84.3% (heart), 71.8% (liver), 98.8% (kidney) - far below 88-92% on synthetic data except for kidney.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synthetic-trained models keep some ranking power (AUC 0.75-0.99) but the 0.5 rule transfers badly: liver accuracy 54.0% is below the 71.4% majority baseline.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used by the application; it shows why synthetic scores must not be read as clinical performance.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33472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41/41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7264"/>
            <a:ext cx="235915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checks passed (api_tests.py)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737360"/>
            <a:ext cx="2633472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19272" y="1737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02152" y="1792224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47264"/>
            <a:ext cx="235915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smoke-test checks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737360"/>
            <a:ext cx="2633472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35624" y="17373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18504" y="1792224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13.5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47264"/>
            <a:ext cx="235915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predict call (127.0.0.1)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1737360"/>
            <a:ext cx="2633472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51976" y="173736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34856" y="1792224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416 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47264"/>
            <a:ext cx="235915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requests per second, 4 clients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017520"/>
          <a:ext cx="111556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5760720"/>
                <a:gridCol w="25603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 reproduction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16 model / disease cells re-computed; shipped pickles re-scored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16 of 16 match training_report.json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tests (api_tests.py)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every route, both classes, invalid input (abc, nan, inf, null), 404/405/422, API = direct model on 40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41/41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walk (Playwright, Chrome)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 screens at 1440 x 900 plus a 390 px phone view, real CSV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screens captured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pytest suite, load / security test, user study, clinical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as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Measured on an i5-12500 CPU while the PC was under memory pressure; timer resolution about 15 ms. A prediction takes well under 25 ms end to end.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572000"/>
                <a:gridCol w="475488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Disease and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Thyroid; real UCI data, 7,200 samples, 21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Four diseases; synthetic, 4 x 2,000 rows, 8-13 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classes (normal / hypo / hyperthyroid)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Binary high-risk / low-risk per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Protocol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Nested CV: 5 outer, 3 inner folds with grid search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stratified 80/20 split, fixed settings; CV and 10 splits added by 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SVC, RF, Extra Trees, AdaBoost, CatBoost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LR, Decision Tree, RF, SVM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RF / CatBoost accuracy 0.996-0.997, AUC 0.999-1.000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88.3%-91.8%; real-data CV 72-99%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SHAP and counterfactual 'what-if'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None in the app (offline permutation importance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Beyond the paper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interface for four diseases; synthetic-vs-real audit; selection-robustness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Not comparable: different disease, data, class count and protocol. The numbers are context, not a ranking; we do not claim to match the paper.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Predictions (high risk) &amp;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5_predict-diabe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Diabetes: High Risk 90.71% (SVM)</a:t>
            </a:r>
          </a:p>
        </p:txBody>
      </p:sp>
      <p:pic>
        <p:nvPicPr>
          <p:cNvPr id="9" name="Picture 8" descr="06_predict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79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251959" y="37673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Heart disease prediction</a:t>
            </a:r>
          </a:p>
        </p:txBody>
      </p:sp>
      <p:pic>
        <p:nvPicPr>
          <p:cNvPr id="11" name="Picture 10" descr="07_predict-li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001000" y="37673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Liver disease prediction</a:t>
            </a:r>
          </a:p>
        </p:txBody>
      </p:sp>
      <p:pic>
        <p:nvPicPr>
          <p:cNvPr id="13" name="Picture 12" descr="08_predict-kidn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406908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02920" y="61447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Kidney disease prediction</a:t>
            </a:r>
          </a:p>
        </p:txBody>
      </p:sp>
      <p:pic>
        <p:nvPicPr>
          <p:cNvPr id="15" name="Picture 14" descr="09_mode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979" y="406908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251959" y="61447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Model comparison</a:t>
            </a:r>
          </a:p>
        </p:txBody>
      </p:sp>
      <p:pic>
        <p:nvPicPr>
          <p:cNvPr id="17" name="Picture 16" descr="10_datase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1020" y="406908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8001000" y="61447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Datasets, with synthetic-data warning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Low-Risk Results &amp; Navigation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1_landing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Landing page (dark)</a:t>
            </a:r>
          </a:p>
        </p:txBody>
      </p:sp>
      <p:pic>
        <p:nvPicPr>
          <p:cNvPr id="9" name="Picture 8" descr="04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79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251959" y="37673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pic>
        <p:nvPicPr>
          <p:cNvPr id="11" name="Picture 10" descr="13_predict-diabetes-low-ri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001000" y="376732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Diabetes: Low Risk 88.18%</a:t>
            </a:r>
          </a:p>
        </p:txBody>
      </p:sp>
      <p:pic>
        <p:nvPicPr>
          <p:cNvPr id="13" name="Picture 12" descr="14_predict-heart-low-r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406908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02920" y="61447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Heart disease: Low Risk</a:t>
            </a:r>
          </a:p>
        </p:txBody>
      </p:sp>
      <p:pic>
        <p:nvPicPr>
          <p:cNvPr id="15" name="Picture 14" descr="15_predict-liver-low-ri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979" y="406908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251959" y="61447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Liver: Low Risk 87.07%</a:t>
            </a:r>
          </a:p>
        </p:txBody>
      </p:sp>
      <p:pic>
        <p:nvPicPr>
          <p:cNvPr id="17" name="Picture 16" descr="16_predict-kidney-low-ris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1020" y="406908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8001000" y="614476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Kidney: Low Risk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Failure Case, Validation &amp; Phone Layout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7" name="Picture 6" descr="20_predict-heart-false-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Failure: label-0 heart row scored High Risk 99.53%</a:t>
            </a:r>
          </a:p>
        </p:txBody>
      </p:sp>
      <p:pic>
        <p:nvPicPr>
          <p:cNvPr id="9" name="Picture 8" descr="17_validation-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79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251959" y="376732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Empty form: 'Required.' on every field</a:t>
            </a:r>
          </a:p>
        </p:txBody>
      </p:sp>
      <p:pic>
        <p:nvPicPr>
          <p:cNvPr id="11" name="Picture 10" descr="18_out-of-range-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69164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001000" y="376732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Glucose 900: outside-training-range warning</a:t>
            </a:r>
          </a:p>
        </p:txBody>
      </p:sp>
      <p:pic>
        <p:nvPicPr>
          <p:cNvPr id="13" name="Picture 12" descr="19_predict-heart-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829" y="4251960"/>
            <a:ext cx="971820" cy="210312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2011680" y="438912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Phone layout (390 px): the form stacks in one column.</a:t>
            </a:r>
          </a:p>
        </p:txBody>
      </p:sp>
      <p:pic>
        <p:nvPicPr>
          <p:cNvPr id="15" name="Picture 14" descr="12_not-f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6340" y="4251960"/>
            <a:ext cx="3291840" cy="20574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778240" y="43891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note: the false positive is a genuine miss of the model on a label-0 record; the app warns that the model may disagree with the label.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76072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Conclusion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four-disease risk-screening app: 16 models, FastAPI + React, 7 routes, 41/41 API checks.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 (synthetic):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accuracy 89.5% / 88.5% / 91.8% / 88.3%; near the 92% ceiling.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Logistic Regression is the best model for all four diseases on CV and 10 splits; RF over-fits noisy labels.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model comparison and one interface achieved; benchmark data, preprocessing, ROC-AUC selection and explanations only partly.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real clinical data, calibration, range validation, recommendations, clinical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30352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on real data (UCI / Pima) with imputation, outlier handling and nested CV.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explanations: SHAP, counterfactuals as in the base paper.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Calibrate probabilities; choose thresholds by clinical cost.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range validation, authentication and persistence.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Score one record against all four diseases at once; add more conditions.</a:t>
            </a:r>
          </a:p>
          <a:p>
            <a:pPr algn="l" marL="256032" indent="-201168">
              <a:spcAft>
                <a:spcPts val="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Clinical validation with clinicians before any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57784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M. Z. Alam, R. Rahman, H. M. Sozib, H. Ahmed, A. Hossain, A. A. Sabeena, A. F. Tasnim, F. Ahmed, M. I. Sarkar, and T. I. Erdei, "Enhancing thyroid disease diagnosis with machine learning and counterfactual explainable AI," IEEE Access, vol. 14, pp. 80346-80370, 2026, doi: 10.1109/ACCESS.2026.3663497.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R. Zannat, A. Al Shafi, and A. Muntakim, "Bridging the gap in Bangla healthcare: Machine learning based disease prediction using a symptoms-disease dataset," in Proc. Int. Conf. Elect., Comput. Commun. Eng. (ECCE), Chattogram, Bangladesh, Feb. 2025, doi: 10.1109/ECCE64574.2025.11012950 (arXiv:2601.12068).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J. W. Smith, J. E. Everhart, W. C. Dickson, W. C. Knowler, and R. S. Johannes, "Using the ADAP learning algorithm to forecast the onset of diabetes mellitus," in Proc. Annu. Symp. Comput. Appl. Med. Care, 1988, pp. 261-265.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A. Janosi, W. Steinbrunn, M. Pfisterer, and R. Detrano, "Heart Disease," UCI Machine Learning Repository, 1989 (303 instances, 13 features), doi: 10.24432/C52P4X.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L. Rubini, P. Soundarapandian, and P. Eswaran, "Chronic Kidney Disease," UCI Machine Learning Repository, 2015 (400 instances, 24 features), doi: 10.24432/C5G020.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B. Ramana and N. Venkateswarlu, "ILPD (Indian Liver Patient Dataset)," UCI Machine Learning Repository, 2012 (583 instances, 10 features), doi: 10.24432/C5D02C.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F. Pedregosa et al., "Scikit-learn: Machine learning in Python," J. Mach. Learn. Res., vol. 12, pp. 2825-2830, 2011.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L. Breiman, "Random forests," Mach. Learn., vol. 45, no. 1, pp. 5-32, 2001, doi: 10.1023/A:1010933404324.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C. Cortes and V. Vapnik, "Support-vector networks," Mach. Learn., vol. 20, no. 3, pp. 273-297, 1995, doi: 10.1007/BF00994018.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S. M. Lundberg and S.-I. Lee, "A unified approach to interpreting model predictions," in Proc. Adv. Neural Inf. Process. Syst. (NIPS), vol. 30, 2017, arXiv:1705.07874.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N. V. Chawla, K. W. Bowyer, L. O. Hall, and W. P. Kegelmeyer, "SMOTE: Synthetic minority over-sampling technique," J. Artif. Intell. Res., vol. 16, pp. 321-357, 2002, doi: 10.1613/jair.953.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S. Varma and R. Simon, "Bias in error estimation when using cross-validation for model selection," BMC Bioinformatics, vol. 7, Art. no. 91, 2006, doi: 10.1186/1471-2105-7-91.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264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Selected references; the complete list is in the project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etter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A3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Multi-Disease Prediction Using Machine Learning - Final Review</dc:title>
  <dc:subject>Multi-Disease Prediction Using Machine Learning</dc:subject>
  <dc:creator>Batch A3, Dept. of CSE</dc:creator>
  <cp:lastModifiedBy/>
  <cp:revision>1</cp:revision>
  <dcterms:created xsi:type="dcterms:W3CDTF">2026-10-07T05:03:03Z</dcterms:created>
  <dcterms:modified xsi:type="dcterms:W3CDTF">2026-10-07T05:03:03Z</dcterms:modified>
  <dc:description/>
  <cp:keywords>multi-disease prediction, machine learning, diabetes, heart disease, liver disease, kidney disease</cp:keywords>
</cp:coreProperties>
</file>