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AJMEERA HARINI	23K91A0507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BANDI LIKITHA	23K91A0526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CHINTHAKINDI SWATHI	23K91A0555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BADROJU SRI HANSIKA	23K91A0524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B.SRUTHI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Multi-Disease Prediction Using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Multi-Disease Prediction Using Machine Learning Techniques: The increasing prevalence of chronic and life-threatening diseases has created a need for intelligent healthcare.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an Intelligent Healthcare Assistance System that utilizes Artificial Intelligence (AI) and Machine Learning (ML) techniques to predict multiple diseases.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is designed to analyze medical data such as age, gender, blood pressure, glucose level, cholesterol level, body mass index (BMI).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employs various machine learning algorithms, including Random Forest, Decision Tree, Support Vector Machine (SVM), and Logistic Regression.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Data preprocessing, feature selection, and model evaluation techniques are applied to improve prediction performance.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"Enhancing Thyroid Disease Diagnosis With Machine Learning and Counterfactual Explainable AI"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10.1109/access.2026.3663497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papers each target one disease in isolation. The gap is a single pipeline that screens several conditions from one patient record and explains which parameters drove each prediction.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Chronic diseases are increasingly detected late, when treatment is costlier and less effective.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Specialist consultation is scarce and expensive in rural and semi-urban regions.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Routine laboratory parameters already contain early warning signals that go unread.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Supervised machine learning can learn these patterns from historical patient records.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Ensemble methods such as Random Forest generally outperform single classifiers on tabular medical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unified multi-disease screen removes the need for a separate tool per condition.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Enhancing Thyroid Disease Diagnosis With Machine Learning and Counterfactual Explainable AI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Machine Learning Algorithms for Disease Prediction and Diagnosis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Patient-Centric 6G,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Kidney Disease Prediction by Machine Learning Techniques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Machine Learning for Disease Detection, Prediction, and Diagnosis,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Introduction to Deep Learning for Disease Prediction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Machine Learning for Disease Detection, Prediction, and Diagnosis,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Skin Disease Prediction Using Machine Learning Techniques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Machine Learning for Disease Detection, Prediction, and Diagnosis,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and clean benchmark datasets covering diabetes, heart disease, liver and kidney disorders.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Handle missing values, outliers and feature scaling through a common preprocessing pipeline.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and compare Logistic Regression, Decision Tree, Random Forest and Support Vector Machine for each disease.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Select the best model per disease using accuracy, precision, recall and ROC-AUC.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Serve the selected models behind a single interface that accepts one patient record.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Present a per-disease risk indication together with the parameters that drove it.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Patients must visit several specialists and take separate tests before any risk is identified.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prediction tools handle one disease at a time and cannot be reused across conditions.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Rural health centres lack specialists to interpret routine test reports early.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Late diagnosis raises both treatment cost and mortality for chronic conditions.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single machine learning system that screens multiple diseases from routine clinical parameters and flags risk early.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