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AVUTI SANDHYA	23K91A0520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BANOTHU INDU	23K91A0530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DASARI SRITEJA	23K91A0559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BEJUGAM VAISHNAVI	23K91A0533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CH.PRABHAKAR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600" b="1" dirty="0">
                <a:solidFill>
                  <a:srgbClr val="C0504D"/>
                </a:solidFill>
                <a:latin typeface="Times New Roman" pitchFamily="18" charset="0"/>
              </a:rPr>
              <a:t>Secure Data Transmission in Cloud Computing using Encryption and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Cloud computing has become one of the most widely used technologies for storing, processing, and sharing information through the Internet.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As organizations and individuals increasingly rely on cloud services, ensuring the security of data during transmission has become a major concern.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Data transferred between users and cloud servers is vulnerable to threats such as unauthorized access, data interception, data leakage, and cyberattacks.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This project proposes a secure framework that combines encryption techniques with Machine Learning-based intrusion detection to enhance data transmission security in cloud.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In the proposed system, data is encrypted before transmission to ensure confidentiality and protect sensitive information from unauthorized users.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"Intrusion Detection Model Using Fused Quantum NN–LeNet With Improved Elliptic Curve Cryptography Based Data Security"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10.1109/access.2026.3686106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treats cryptography and intrusion detection as separate concerns. The gap is a single transmission path where both operate together and the combined overhead is measured.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Cloud adoption has moved critical data outside the organisation's own network perimeter.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Confidentiality, integrity and availability must all be preserved during transmission.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Symmetric ciphers such as AES are fast but need a secure channel for key distribution.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Asymmetric ciphers such as RSA solve key exchange but are too slow for bulk data.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Hybrid cryptography uses RSA to protect the AES key and AES to protect the payload.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Machine learning intrusion detection adds a second layer that reacts to attacks encryption cannot prevent.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1. Intrusion Detection Model Using Fused Quantum NN–LeNet With Improved Elliptic Curve Cryptography Based.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2. Strengthening Cloud Security Through Advanced Encryption and Anomaly Detection Techniques for Secure.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FMDB Transactions on Sustainable Computer Letters, 2024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3. An Automated Data Deletion: A Secure Method for Multi-Cloud Security with Intrusion Detection System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International Journal of Science and Research (IJSR), 2024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4. Federated learning-based attack detection and secure data transmission in cloud using Improved Blowfish.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Engineering Applications of Artificial Intelligence,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5. A CLOUD-BASED DATA PRIVACY FRAMEWORK USING  HYBRID ENCRYPTION ALGORITHMS FOR SECURE DATA  TRANSMISSION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Genetics and Molecular Research, 2026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Design a hybrid encryption scheme using AES for the payload and RSA for key exchange.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Implement secure key generation, distribution and storage between sender and receiver.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Build a transmission module that encrypts before upload and decrypts after download.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Train a machine learning classifier on a benchmark intrusion dataset to detect anomalous access.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Integrate the detection layer so suspicious sessions are flagged and logged during transfer.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Evaluate encryption and decryption time, throughput overhead and intrusion detection accuracy.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Data placed in a public cloud is readable by the provider unless it is encrypted before upload.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Symmetric encryption alone leaves the key exchange itself vulnerable to interception.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Encryption cannot detect an attacker who has already obtained valid credentials.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Most academic systems address either cryptography or intrusion detection, rarely both together.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transmission framework that encrypts data with a hybrid AES-RSA scheme and simultaneously monitors for intrusion using machine learning.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