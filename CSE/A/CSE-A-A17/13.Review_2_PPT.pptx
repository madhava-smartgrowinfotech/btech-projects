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RMSE (units per article-day)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Naive lag-1</c:v>
                </c:pt>
                <c:pt idx="1">
                  <c:v>Rolling mean 7</c:v>
                </c:pt>
                <c:pt idx="2">
                  <c:v>LightGBM</c:v>
                </c:pt>
                <c:pt idx="3">
                  <c:v>XGBoost tuned</c:v>
                </c:pt>
                <c:pt idx="4">
                  <c:v>XGBoost default</c:v>
                </c:pt>
                <c:pt idx="5">
                  <c:v>Moving average</c:v>
                </c:pt>
                <c:pt idx="6">
                  <c:v>Random forest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9.22</c:v>
                </c:pt>
                <c:pt idx="1">
                  <c:v>9.31</c:v>
                </c:pt>
                <c:pt idx="2">
                  <c:v>10.06</c:v>
                </c:pt>
                <c:pt idx="3">
                  <c:v>10.34</c:v>
                </c:pt>
                <c:pt idx="4">
                  <c:v>11.09</c:v>
                </c:pt>
                <c:pt idx="5">
                  <c:v>12.89</c:v>
                </c:pt>
                <c:pt idx="6">
                  <c:v>13.26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TrendCast is designed and built, what is implemented, the first measured results on a real subset of the H&amp;M data, and the open items. Introduce the four team members and the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1. The base paper stops at one market and one-day-ahead forecasts; our gap is moving a gradient-boosted model across domains and testing that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routes live in backend/main.py (626 lines) and call src/ functions; no pipeline logic was rewritten in the API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step is gated in the console. The domain step uses the same feature table and the same XGBoost defaults as the main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shipped sample is synthetic, so the real subset was built from the public H&amp;M files. Licence: Kaggle competition terms, academic use; the files are not redistributed. Channels 1 and 2 are only codes in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Leakage guards: shifted lag and rolling features, chronological split, TimeSeriesSplit for tuning, domain column excluded from the domain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XGBoost was chosen because it handles mixed numeric and encoded features, is fast on CPU and accepts sample weights, which the adaptation step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numbers in later slides use exactly this configuration. Tuning is time-ordered so it never trains on the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classifier excludes the domain column, otherwise it could read the label directly. The extra checks are offline in scripts/run_experiments.py.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Module sizes counted from the files. The API layer is thin: it validates, takes the lock, calls src/ and shapes the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database was not needed for a single-user tool. The ER diagram is logical: the relations are shared columns between pandas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Versions are those installed on the measuring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status: the pipeline and console are complete; two items are open (cold start, in-app inventory impact) and the long-horizon forecast is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are reported as measured, including the negative ones. Pair labels use store/online only as our convention; the data code the channels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screens are captures of the running application with the real H&amp;M subset loaded. The AI Insights capture shows the real service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Unit and API tests use small synthetic frames; the experiments use the real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is a measured finding, not a guess; the evidence is in docs/REPORT_FACTS.md.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open items are the ones identified by the measurements, in priority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review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TrendCast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Demand Forecasting Using Machine Learning And Domain Adaptation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XGBoost demand forecasting with importance-weighted domain adaptation on H&amp;M retail data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 Shilpa  23K91A0547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 Hari Narayana  23K91A0544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Rani Thejaswini  23K91A0516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Sanjana  23K91A0511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Deepthi,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A17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7852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616452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6452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7064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55664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66276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94876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4876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Training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modules,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7852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16452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6452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7064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55664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66276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294876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4876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Preliminary results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87852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616452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16452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Testing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455664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55664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66276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294876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94876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 forecasting model trained in one retail context loses accuracy in another whose data distribution differs. Fashion adds short product life, seasonality and trends that move inside a season, and planners distrust forecasts they cannot explain.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46304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33172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TrendCast cleans retail transactions, builds daily demand per article, forecasts it with XGBoost, moves a model from a source domain to a shifted target with importance weights, and shows the result in a gated web console with an optional AI explanation.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46304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 Mishra et 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3172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The base paper pairs LightGBM with four explainability levels on UCI Online Retail II (RMSE 33.71, R2 0.243). We keep gradient boosting and the leakage-safe lag features, and add domain adaptation. Different data: only relative findings are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a17_r2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2818"/>
            <a:ext cx="6675120" cy="44638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360" y="1325880"/>
            <a:ext cx="420624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Layered, no database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Console: React 19 + Vite on port 5317, 13 pages; the original Streamlit app (11 pages) still runs on the same code.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API: FastAPI on port 8317, 22 routes under /api; downstream routes answer 409 until the earlier step is done.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Pipeline: src/ modules for loading, cleaning, daily demand, features, baselines, XGBoost, domain adaptation and metrics.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State: one process-wide dictionary with a lock; only the trained models are saved (models/*.joblib).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clean, aggregate, forecast, adapt, evaluate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pic>
        <p:nvPicPr>
          <p:cNvPr id="26" name="Picture 25" descr="a17_r2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0413"/>
            <a:ext cx="6858000" cy="365149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635240" y="1280160"/>
            <a:ext cx="4005072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0" y="13441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Prepare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1664207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Validate and clean the CSVs, join articles, count units per article per day, fill idle days with zero, add shifted lag and rolling features.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907791"/>
            <a:ext cx="4005072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0" y="2971799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Forecast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291839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Split by date (80/20), compare the moving average with XGBoost, optionally tune with time-ordered cross-validation.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4535424"/>
            <a:ext cx="4005072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0" y="459943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Adapt and judge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919472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Train on a source domain, test on the later half of a target domain, re-weight source rows by p/(1-p), report before and after as measured.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High-level workflow as implemented in the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a real subset of H&amp;M retail transactions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684,392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transaction rows read (2018-09-20 to 2019-01-04)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28016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best-selling articles of the first shard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28016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31,094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article-day rows after filling idle days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28016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276,168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customers in the subset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697480"/>
          <a:ext cx="11091671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5943600"/>
                <a:gridCol w="4050791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Real subset (all reported results)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Synthetic sample (smoke tests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Source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H&amp;M Personalized Fashion Recommendations (Kaggle data, Hugging Face parquet mirror); first of 7 transaction shards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scripts/make_sample_data.py, H&amp;M schema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Size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684,392 rows; channel 1 227,131, channel 2 378,047 after cleaning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70,974 rows, 90 articles, 4,000 customers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units sold per article per day (mean 19.46, median 14, max 566; 2.0 % zero days)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same definition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chronological: train 2018-09-20 to 2018-12-13 (24579 rows), test 2018-12-14 to 2019-01-04 (6515 rows)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not used for 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107 days only; test window holds the Christmas peak and January; no earlier year; not redistributed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simulated, not real sales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and feature construction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Parse dates, drop bad rows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22961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3078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Join articles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1175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1292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Units per article-day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9389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506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Fill idle days with 0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7603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7720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Shifted lags and rolls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75817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5934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31 model inputs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560320"/>
            <a:ext cx="544068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48640" y="256032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49808" y="2651760"/>
            <a:ext cx="516636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79,214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223260"/>
            <a:ext cx="516636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exact-duplicate rows dropped (11.6 % of the subset); repeat purchases look like duplicates, so demand is understated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560320"/>
            <a:ext cx="544068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217920" y="256032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19088" y="2651760"/>
            <a:ext cx="516636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31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3223260"/>
            <a:ext cx="516636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inputs: price, channel, 6 encoded attributes, 14 calendar, 9 lag and rolling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931920"/>
            <a:ext cx="1109167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Lags 1, 7, 14, 28 and rolling mean 7, 14, 28 and std 7, 28 are computed on values shifted by one day, so a day never sees its own demand.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Month and weekday get sine and cosine encodings; product attributes are label-encoded, not one-hot.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Idle days between an article's first and last sale become demand 0: 613 rows added, 1.97 % of the table.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Known limit: price and channel are the target day's own mean price and most frequent channel, so they are planned inputs at best.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Picture 25" descr="a17_r2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29572"/>
            <a:ext cx="6949439" cy="35817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1325880"/>
            <a:ext cx="388620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Main model</a:t>
            </a:r>
            <a:r>
              <a:rPr sz="1400" b="0" i="0">
                <a:solidFill>
                  <a:srgbClr val="0F172A"/>
                </a:solidFill>
              </a:rPr>
              <a:t>: one XGBoost regressor (300 trees, depth 8, learning rate 0.05) on the 31 inputs.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Baseline in the product</a:t>
            </a:r>
            <a:r>
              <a:rPr sz="1400" b="0" i="0">
                <a:solidFill>
                  <a:srgbClr val="0F172A"/>
                </a:solidFill>
              </a:rPr>
              <a:t>: mean of the article's last 7 days.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Weighted variant</a:t>
            </a:r>
            <a:r>
              <a:rPr sz="1400" b="0" i="0">
                <a:solidFill>
                  <a:srgbClr val="0F172A"/>
                </a:solidFill>
              </a:rPr>
              <a:t>: the same XGBoost with a per-row sample weight from the domain classifier.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1">
                <a:solidFill>
                  <a:srgbClr val="475569"/>
                </a:solidFill>
              </a:rPr>
              <a:t>Offline comparison models: random forest, LightGBM, naive lag-1.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Feature groups feeding one XGBoost regressor, with the baselines.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and evaluation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8280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8988552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chronological 80/20 by date; train 24579 rows, test 6515 rows; domain tests hold out the later 50 % of target dates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300 trees, depth 8, learning rate 0.05, subsample 0.8, colsample 0.8, seed 42; fit 1.9 s on CPU; seeds 42 to 46 for stability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Tuning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RandomizedSearchCV, 10 iterations x 3 time-ordered folds; 31 s; best: depth 12, 400 trees, learning rate 0.01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Baselines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moving average (7 d, in the product); random forest 200 trees, LightGBM 300 trees, naive lag-1 and lag-7 (offline)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Domain adaptation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logistic regression (1000 iterations) separates source from target; weight = p/(1-p), clipped at 20; weighted 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RMSE, MAE, MAPE with zero-demand rows excluded, R2; WAPE added offline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Intel Core i5-12500, 15.7 GB RAM, no GPU; Python 3.11.9, XGBoost 2.0.3, scikit-learn 1.5.0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logic: importance-weighted domain adaptation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a17_r2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45200"/>
            <a:ext cx="6035039" cy="34991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0" y="1325880"/>
            <a:ext cx="48006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Weight rule</a:t>
            </a:r>
            <a:r>
              <a:rPr sz="1400" b="0" i="0">
                <a:solidFill>
                  <a:srgbClr val="0F172A"/>
                </a:solidFill>
              </a:rPr>
              <a:t>: w = p / (1 - p), where p is the domain classifier's probability that a source row looks like target; clipped at 20.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Gating</a:t>
            </a:r>
            <a:r>
              <a:rPr sz="1400" b="0" i="0">
                <a:solidFill>
                  <a:srgbClr val="0F172A"/>
                </a:solidFill>
              </a:rPr>
              <a:t>: both domains need rows, source and target must differ, and the target must have enough dates to hold out a test half; otherwise the API answers 400.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Report as measured</a:t>
            </a:r>
            <a:r>
              <a:rPr sz="1400" b="0" i="0">
                <a:solidFill>
                  <a:srgbClr val="0F172A"/>
                </a:solidFill>
              </a:rPr>
              <a:t>: RMSE, MAE, MAPE and R2 before and after; a worse result is shown as worse.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Our checks</a:t>
            </a:r>
            <a:r>
              <a:rPr sz="1400" b="0" i="0">
                <a:solidFill>
                  <a:srgbClr val="0F172A"/>
                </a:solidFill>
              </a:rPr>
              <a:t>: shuffled weights, pooled source plus target-train, a target-only model, weights rescaled to mean 1, and a time-clean source that stops before the target test 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a17_r2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1474"/>
            <a:ext cx="5852160" cy="408937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59893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DFD level 1: seven processes and the data stores.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629400" y="1325880"/>
          <a:ext cx="5010912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640080"/>
                <a:gridCol w="222199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data_loader.py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104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column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preprocessing.py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clean, merge, quality report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demand_forecasting.py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daily demand, idle-day fill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feature_engineering.py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165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calendar, lag, rolling, encoding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baseline_models.py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date split, moving average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xgboost_model.py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95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train, tune, importance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domain_adaptation.py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141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classifier, weights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evaluation.py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metrics, before/after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backend/main.py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626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22 API routes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a17_r2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322" y="1188720"/>
            <a:ext cx="5886155" cy="44805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571500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UML class diagram: API, request models, state and src/ modules.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1280160"/>
            <a:ext cx="3273552" cy="4754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549640" y="1417320"/>
            <a:ext cx="29260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</a:rPr>
              <a:t>Logical entities (no database)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250" b="0" i="0">
                <a:solidFill>
                  <a:srgbClr val="0F172A"/>
                </a:solidFill>
              </a:rPr>
              <a:t>Transaction, Article and Customer tables are joined on article_id and customer_id.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250" b="0" i="0">
                <a:solidFill>
                  <a:srgbClr val="0F172A"/>
                </a:solidFill>
              </a:rPr>
              <a:t>Transactions are counted per date and article into DailyDemand, which becomes one FeatureRow per article-day.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250" b="0" i="0">
                <a:solidFill>
                  <a:srgbClr val="0F172A"/>
                </a:solidFill>
              </a:rPr>
              <a:t>A training run writes a ModelFile; a domain run writes an adapted ModelFile and a DomainRun record; a Forecast is dated rows for one article.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250" b="0" i="1">
                <a:solidFill>
                  <a:srgbClr val="0F172A"/>
                </a:solidFill>
              </a:rPr>
              <a:t>Only models/*.joblib survive a restart; the logical ER diagram is in the report.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8076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Tables live in memory per process; models/baseline_xgboost.joblib, adapted_xgboost.joblib and feature_info.joblib persist.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Python 3.11.9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pandas 2.2.1, NumPy 1.26.4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75304" y="1572768"/>
            <a:ext cx="457200" cy="45720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XGBoost 2.0.3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main model; scikit-learn 1.5.0 for baselines, tuning, metrics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00799" y="1572768"/>
            <a:ext cx="457200" cy="45720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799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FastAPI 0.143.3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22 routes; uvicorn; pydantic request models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26296" y="1572768"/>
            <a:ext cx="457200" cy="45720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6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React 19 + Vite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13 pages, Recharts charts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Streamlit 1.66.0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original 11-page interface, kept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74136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3575304" y="3858768"/>
            <a:ext cx="457200" cy="45720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75304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LightGBM 4.7.0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5304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offline baseline only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1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6400799" y="3858768"/>
            <a:ext cx="457200" cy="45720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799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pytest, Playwright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799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39 tests; screenshots from the real UI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25128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9226296" y="3858768"/>
            <a:ext cx="457200" cy="45720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6296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Gemini REST (optional)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26296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AI Insights; aggregated numbers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Everything runs on CPU on a single machine; there is no GPU, cloud service or database requirement.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2011680"/>
                <a:gridCol w="551383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Data pipeline and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31 inputs, shifted lags, 31,094 rows built in 0.9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Baseline, XGBoost, tuning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XGBoost RMSE 11.09 vs moving average 12.89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Domain adaptation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Done, mixed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helped 2 of 6 source-target pairs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Evaluation and importance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gain importance in the app; SHAP only offline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Recursive 7 / 14 / 30-day forecast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Done, weak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error 41 % over days 1-7, 124 % over days 15-30 (WAPE)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FastAPI and React console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22 routes, 13 pages, gated by 409 messages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AI Insights (Gemini)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Built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external service returned 503 and timeouts when we captured 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Open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cold-start mode, inventory impact and SHAP inside the app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 on real H&amp;M data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34440"/>
          <a:ext cx="5577840" cy="338328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461772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Test RMSE, 2018-12-14 to 2019-01-04; lower is better (XGBoost = mean of 5 seeds).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355080" y="1280160"/>
          <a:ext cx="5285231" cy="2560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960120"/>
                <a:gridCol w="960120"/>
                <a:gridCol w="1033271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Source -&gt; target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before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after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Online -&gt; 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10.80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9.50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+11.9 %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Store -&gt; Online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19.00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18.99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+0.0 %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Upper body -&gt; Lower body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13.90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14.80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-6.5 %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Lower body -&gt; Upper body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11.91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12.78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-7.3 %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Knitwear -&gt; Trouser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17.23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25.21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-46.3 %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Jersey Basic -&gt; Blouse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12.20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16.99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-39.4 %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48640" y="5029200"/>
            <a:ext cx="11091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0F172A"/>
                </a:solidFill>
              </a:rPr>
              <a:t>XGBoost beats the moving-average baseline (11.09 vs 12.89) but not repeating yesterday (9.22); lag and rolling features carry the model.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0F172A"/>
                </a:solidFill>
              </a:rPr>
              <a:t>Domain adaptation as shipped: 2 of 6 pairs improved, mean -14.6 %; the one clear gain (+11.9 %) falls to -2.8 % when source rows may not overlap the target test dates.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0F172A"/>
                </a:solidFill>
              </a:rPr>
              <a:t>Department pairs collapse (e.g. Knitwear -&gt; Trouser -46 %): weights near 1e-5 stop XGBoost splitting; rescaling to mean 1 gives +1.9 %.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12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523047"/>
            <a:ext cx="3611880" cy="22574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548640" y="40690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Model training: XGBoost test metrics on the real subset</a:t>
            </a:r>
          </a:p>
        </p:txBody>
      </p:sp>
      <p:pic>
        <p:nvPicPr>
          <p:cNvPr id="28" name="Picture 27" descr="16_domain-before-af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523047"/>
            <a:ext cx="3611880" cy="22574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4288536" y="40690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Domain adaptation: before and after cards, channel 1 to channel 2</a:t>
            </a:r>
          </a:p>
        </p:txBody>
      </p:sp>
      <p:pic>
        <p:nvPicPr>
          <p:cNvPr id="30" name="Picture 29" descr="19_foreca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1" y="1523047"/>
            <a:ext cx="3611880" cy="22574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8028431" y="40690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Demand forecast: history and 14-day forecast for one article</a:t>
            </a:r>
          </a:p>
        </p:txBody>
      </p:sp>
      <p:pic>
        <p:nvPicPr>
          <p:cNvPr id="32" name="Picture 31" descr="07_expl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148" y="4526280"/>
            <a:ext cx="2340864" cy="14630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548640" y="603504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Data exploration</a:t>
            </a:r>
          </a:p>
        </p:txBody>
      </p:sp>
      <p:pic>
        <p:nvPicPr>
          <p:cNvPr id="34" name="Picture 33" descr="18_evaluation-import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4044" y="4526280"/>
            <a:ext cx="2340864" cy="14630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4288536" y="603504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Feature importance, top 20</a:t>
            </a:r>
          </a:p>
        </p:txBody>
      </p:sp>
      <p:pic>
        <p:nvPicPr>
          <p:cNvPr id="36" name="Picture 35" descr="21_insigh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3940" y="4526280"/>
            <a:ext cx="2340864" cy="14630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8028431" y="603504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AI Insights: Gemini returned 503, shown as an error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39 / 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 (22 unit, 17 API)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28016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26 / 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end-to-end smoke checks on a live backend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28016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browser screenshots; 3 problems, all the Gemini call (502)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28016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156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30-day forecast request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43200"/>
          <a:ext cx="4389120" cy="25237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109728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Stage (real subset, 684k rows)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Seconds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Upload, clean, merge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3.5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Build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0.9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Train XGBoost (default)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1.1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Train XGBoost (tuned)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29.6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Domain adaptation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3.7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486400" y="2743200"/>
            <a:ext cx="6153912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350" b="1" i="0">
                <a:solidFill>
                  <a:srgbClr val="0F172A"/>
                </a:solidFill>
              </a:rPr>
              <a:t>What the tests cover</a:t>
            </a:r>
            <a:r>
              <a:rPr sz="1350" b="0" i="0">
                <a:solidFill>
                  <a:srgbClr val="0F172A"/>
                </a:solidFill>
              </a:rPr>
              <a:t>: cleaning rules, aggregation, no-leakage lag features, date split, metrics, weights, and all API gates and errors.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50" b="1" i="0">
                <a:solidFill>
                  <a:srgbClr val="0F172A"/>
                </a:solidFill>
              </a:rPr>
              <a:t>Edge cases checked</a:t>
            </a:r>
            <a:r>
              <a:rPr sz="1350" b="0" i="0">
                <a:solidFill>
                  <a:srgbClr val="0F172A"/>
                </a:solidFill>
              </a:rPr>
              <a:t>: wrong columns, empty file, same source and target, bad horizon, article with too little history, new upload resets later steps.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50" b="1" i="0">
                <a:solidFill>
                  <a:srgbClr val="0F172A"/>
                </a:solidFill>
              </a:rPr>
              <a:t>Not done</a:t>
            </a:r>
            <a:r>
              <a:rPr sz="1350" b="0" i="0">
                <a:solidFill>
                  <a:srgbClr val="0F172A"/>
                </a:solidFill>
              </a:rPr>
              <a:t>: user study, load test, security audit, browsers other than Chrome. There is no sign-in by design.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50" b="0" i="1">
                <a:solidFill>
                  <a:srgbClr val="475569"/>
                </a:solidFill>
              </a:rPr>
              <a:t>Timings are from a busy machine; treat them as upper bounds.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974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4480560"/>
                <a:gridCol w="3959352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What we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Shipped data is synthetic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A metric on it would say nothing about fashion retail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Built a real subset from the public H&amp;M files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Adaptation gain not robust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+11.9 % on one pair becomes -2.8 % without time overlap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Added shuffled, pooled, target-only and time-clean controls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Weights collapse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Perfectly separable domains give weights near 1e-5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Diagnosed; mean-1 rescaling fixes it offline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Weak long forecasts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Recursive error reaches 124 % (WAPE) over days 15-30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Reported; direct multi-horizon models planned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Duplicates removed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11.6 % of rows dropped as exact duplicates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Documented; repeat-purchase handling is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LightGBM crash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Importing it after pandas crashed on this 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Import it first in the experiment script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Gemini unavailable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503 and timeouts during capture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Kept optional; the screen shows the clear error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Fix and re-measure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31181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Normalise the importance weights, make the time-clean protocol the default, refresh all calendar features in the recursive forecast, and re-run the six pairs.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46304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Extend the product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331720"/>
            <a:ext cx="31181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Add a cold-start mode for unseen articles, SHAP and inventory impact (under- and over-stock units) in the console, and more months of H&amp;M data.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46304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Deliver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31720"/>
            <a:ext cx="31181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Finish the final report and IEEE paper from the measured results, rehearse the final demo, and keep every number tied to the metrics files.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endCast">
  <a:themeElements>
    <a:clrScheme name="TrendCast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TrendC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rendCas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Demand Forecasting Using Machine Learning And Domain Adaptation: Review 2</dc:title>
  <dc:subject>Batch A17 (CSE-A)</dc:subject>
  <dc:creator>B Shilpa, B Hari Narayana, A Rani Thejaswini, A Sanjana</dc:creator>
  <cp:lastModifiedBy/>
  <cp:revision>1</cp:revision>
  <dcterms:created xsi:type="dcterms:W3CDTF">2026-10-13T12:40:05Z</dcterms:created>
  <dcterms:modified xsi:type="dcterms:W3CDTF">2026-10-13T12:40:05Z</dcterms:modified>
  <cp:keywords>fashion demand forecasting, XGBoost, domain adaptation, H&amp;M, covariate shift</cp:keywords>
  <dc:description/>
</cp:coreProperties>
</file>