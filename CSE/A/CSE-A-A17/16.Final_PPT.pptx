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TrendCast: fashion demand forecasting with XGBoost and importance-weighted domain adaptation, measured on real H&amp;M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product, then the honest result: the pipeline works, the model beats the app's baseline, domain adaptation is not reliably better, and multi-day forecasts are weak.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Mishra et al., IEEE Access 2026. TrendCast keeps its ideas of backward-looking features, a gradient-boosted learner and explanation, and adds the missing piece the authors name as a limit: moving a model to a differently distributed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facts checked against the papers or their abstract pages are used. The four batch-survey titles could not be located online, so nothing is claimed from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gaps. TrendCast builds the adaptation workflow and then tests it against controls instead of only reporting the best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problem points from the batch statement, then input, output and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batch document. The conclusion slide gives the status of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as two chains. The adaptation chain is the project's addition to a standard boosted-tree forecaster.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tiers. No database: uploaded tables and results live in memory; only models are written to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in one picture: ingest, aggregate, engineer, split, train, adapt, evaluate,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real 107-day slice of H&amp;M. The test window is the hardest part of the year to forecast and the training window holds no earlier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core algorithm of the project: implemented in src/domain_adaptation.py and the /api/domain/run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the domain-adaptation run and the use cases of the analyst.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TrendCast has no database. The ER diagram shows logical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Implementation facts and the testing that was actually run, with its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explicit: on this window a one-line naive forecast is better than the boosted tree. Rolling-origin backtests show XGBoost beats the moving average in all three folds and beats lag-1 in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Confusion-matrix equivalent for a regression task: predicted vs actual daily totals and the split of error into lost-sales and excess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Parameter analysis: which inputs matter, what tuning buys, and how fast the multi-day forecast degrades. The app's loop also freezes four calendar features; refreshing them did not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central finding. Domain adaptation as implemented is not reliably better; the controls explain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plainly that the datasets differ. Agreement: boosting beats the moving average and rolling/lag features dominate. Difference: the naive lag-1 forecast is much stronger on our short, dense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H&amp;M subset loaded in the running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domain screen shows an honest zero-effect result on the default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Evaluation and forecast pages. The AI Insights page showed Gemini 503 / timeouts during capture and is not used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met, partly met or not met. The abstract's claim of fewer shortages and less overstock is not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first, then concrete next steps drawn from the measured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Demand Forecasting Using Machine Learning And Domain Adaptation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TrendCast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A17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23K91A0547   B SHILPA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23K91A0544   B HARI NARAYANA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23K91A0516   A RANI THEJASWINI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23K91A0511   A SANJANA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Deepthi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 &amp; Domain-Adaptation Workflow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&amp; Data Design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Models, Errors, Parameter Analysis, Domain Adaptation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Fashion demand shifts with season, price and channel, and a model trained in one retail context loses accuracy in another. TrendCast turns H&amp;M-style transactions into daily units per article, forecasts them with XGBoost and adds importance-weighted domain adaptation, in a FastAPI + React product.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 on a real subset of the H&amp;M data (605,178 cleaned rows, 300 best-selling articles, 107 days): XGBoost reaches RMSE 11.09 (R² 0.33) against 12.89 for the product's moving average, but not against the one-line 'repeat yesterday' forecast (9.22).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Domain adaptation as built helps on 2 of 6 source-target pairs (mean RMSE change -14.6%). The one clear gain (+11.9%) disappears when source rows may not overlap the target test dates.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7/14/30-day recursive forecast is worse than a flat 7-day mean (WAPE 41% on days 1-7, 124% on days 15-30).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39 pytest tests and 26 smoke checks pass; 25 real screenshots. Not shown: inventory savings, new-store transfer, cold-start in the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L. N. Mishra, B. Senapati, S. K. Nayak and A. J. Rangari, "Explainable retail demand forecasting: A hybrid LightGBM-SHAP framework for inventory optimization," IEEE Access, vol. 14, pp. 43613-43633, 2026, doi: 10.1109/ACCESS.2026.3675540.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1115568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960120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paper: explainable retail demand forecasting, hybrid LightGBM-SHAP framework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UCI Online Retail II: 1.07 million transactions, 4,631 SKUs; daily SKU demand, one-day-ahead; products kept with &gt;= 1,000 units and &gt;= 150 active days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LightGBM with Optuna tuning (30 trials, 3-fold TimeSeriesSplit) on 41 engineered features (temporal, lag, rolling, ...); strictly backward-looking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Explainability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Four levels: permutation importance, partial dependence, SHAP (instance level) and ICE curves for heterogeneity between products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RMSE 33.71, R² 0.243, MASE 0.799 vs six baselines (naive lag-1, 7-day moving average, linear, random forest, XGBoost 33.89, CatBoost 33.83); rolling statistics the dominant group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dataset (UK wholesaler); assumes stationary relationships; no promotions or holidays as inputs; one-day horizon; SHAP cost at scale; no domain shift handling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914400"/>
                <a:gridCol w="3840480"/>
                <a:gridCol w="33832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Finding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Mishra et al.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LightGBM + SHAP/ICE explanations; 41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RMSE 33.71, R² 0.243 on UCI data; one market, no domain shift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Chen &amp; Guestrin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XGBoost: regularised tree boosting, weighted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Default tabular learner; assumes one data distribution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Makridakis et al.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M5 retail competition (as summarised in the 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Boosted trees with hand-built features matched deep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Shimodaira [10]; Bickel et al. [12]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2000; 2009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Importance weighting for covariate shift; weights from a logistic classifier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 method TrendCast implements; weights can be extreme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Ben-David et al. [14]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Target error bounded by source error plus domain divergence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Unrelated domains transfer badly; bound is loose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Thomassey [17]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Clothing sales forecasting: fuzzy, neural, data mining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Volatile, seasonal, short-lived items; pre-boosting era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Ekambaram et al. [18]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Multi-modal attention model for new fashion products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Needs images and a large product history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Skenderi et al. [20]; Zhou et al. [22]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2021; 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Image + Google Trends sales; diffusion for new-product life cycles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Cold-start work; not weighted transfer of a tabular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 survey [26]-[29]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Four inventory / forecasting titles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Titles only; could not be verified online, no result quoted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base paper's own limitation: one dataset, one market, stationary assumption - no handling of a shifted target context.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Fashion new-item models (Ekambaram, Skenderi, Zhou) need images, external signals or a large product history; a plain tabular model is not covered.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Importance weighting for covariate shift is well established in theory (Shimodaira, Bickel) but is rarely shown inside a retail demand pipeline.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Reported adaptation gains are seldom checked against controls (time-clean split, shuffled weights, pooling the data), so gains may come from leakage.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Forecasts without a clear explanation of drivers are not trusted by planners (base paper); a deployed tool also needs honest multi-day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237744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Forecasting models trained on one market lose accuracy when applied to another.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New products have no sales history, so conventional forecasting cannot cover them.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Fashion trends shift within a season, invalidating models trained on older data.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Forecasts delivered without explanation are not trusted by inventory planners.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Need: a demand forecasting system that adapts across markets and categories and explains the drivers behind each forecast.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Transactions, articles and optional customers CSVs; split, tuning and domain choices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Data-quality report, model metrics, domain-shift report, feature importance, 7/14/30-day forecast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9768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Experiment metrics (JSON), 39 tests, 25 screenshots of the running console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Collect historical fashion retail sales data and engineer seasonal, pricing and category features.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Train gradient-boosting models such as XGBoost to forecast demand at product and category level.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Apply domain adaptation to transfer the model across markets and product categories.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Compare adapted and non-adapted models on a target market with a different data distribution.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Explain forecast drivers so planners understand why demand is predicted to move.</a:t>
            </a:r>
          </a:p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Evaluate using MAE, RMSE and MAPE, and translate error into inventory impact.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Forecasting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Upload CSVs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Clean + merge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7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2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Daily demand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 features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Split by date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9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2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Domain adaptation (source domain -&gt; shifted target domain)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Source-only model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7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0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Domain classifier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7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12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Weights p/(1-p)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8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Weighted XGBoost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8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2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Before vs after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9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2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Forecast + 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89120"/>
            <a:ext cx="11155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step is gated: a page refuses to run until the earlier step has produced its output (HTTP 409 with a plain-language message).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Leakage guards: lags and rolling statistics are shifted, the split is by date, tuning uses TimeSeriesSplit, MAPE skips zero-demand rows.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same src/ package serves the original 11-page Streamlit app and the new 13-page React console; Gemini explanations are optional and see only aggregates.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3129"/>
            <a:ext cx="6583680" cy="44290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783080"/>
            <a:ext cx="44805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Console: React 19 + Vite, port 5317; 13 pages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FastAPI, port 8317; 22 routes, no sign-in (single-user tool)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Pipeline: src/ package (loading, cleaning, daily demand, features, XGBoost, adaptation, evaluation)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State: one process-wide dictionary behind a lock; no database; trained models saved as joblib files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Optional: Gemini REST call with aggregated numbers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 descr="02_high_leve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5712"/>
            <a:ext cx="6675120" cy="36409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Target: units sold per article per day (rows of the cleaned transaction table).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Features: price, channel, 6 encoded attributes, 14 calendar, 9 lag / rolling (shifted by one day).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Split: first 80% of the dates train, last 20% test; no random split.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Models: 7-day moving average baseline; XGBoost (300 trees, depth 8) with optional tuning.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Adaptation: logistic domain classifier, weight p/(1-p) clipped at 20, weighted XGBoost.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684,392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H&amp;M rows, 300 articles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6459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56032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3200" y="1700784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31,094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article-days x 31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6459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61772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00600" y="1700784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107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2018-09-20 to 2019-01-04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743200"/>
          <a:ext cx="6537960" cy="29443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498348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Source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H&amp;M Personalized Fashion Recommendations [23]; first shard, 300 best sellers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Cleaning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79,214 exact-duplicate rows dropped (11.6%)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 24579 rows to 2018-12-13; test 6515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Zero-demand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1.97% after gap filling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 window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Christmas peak and January sales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in the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promotions, regions, fabric, prices of competitors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20" name="Picture 19" descr="12_model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143021"/>
            <a:ext cx="4892040" cy="28462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0" y="5577840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Models: moving average, random forest, LightGBM (baselines), XGBoost default and tuned. Synthetic sample data are used only for smoke tests.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Domain-Adaptation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1_flowchart_domain_adap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941" y="1600200"/>
            <a:ext cx="4433636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7548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Choose a domain column (channel, product group, department) with a source and a target value; hold out the later half of the target dates.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Source-only XGBoost gives the 'before' metrics on the held-out target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7548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Domain classifier (logistic regression, domain column excluded): accuracy shows how different the domains are.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Weight w = p/(1-p), clipped at 20; weighted XGBoost gives the 'after' metrics, reported as measured.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-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6182"/>
            <a:ext cx="5852160" cy="4202914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224485"/>
            <a:ext cx="5212080" cy="35063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 (no database)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" y="1645920"/>
            <a:ext cx="5508171" cy="42062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737360"/>
          <a:ext cx="484632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4688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transactions / articles / customers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uploaded CSVs, cleaned, in memory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daily demand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row per article-day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feature table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31 model inputs + target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results dictionary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metrics of the models trained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models/*.joblib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baseline, adapted XGBoost, feature list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.env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ports, Gemini key (git-ignored)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 foreign keys and no persistence of data: only the model files survive a restart.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39 + 26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 + smoke checks, all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pages, 25 real screenshots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156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30-day forecast request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926080"/>
          <a:ext cx="438912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Stage (real subset, 684k rows)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Seconds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Upload + clean + merge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Build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 XGBoost (default)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 XGBoost (tuned, 10 x 3)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29.6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Domain adaptation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486400" y="2926080"/>
            <a:ext cx="62179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22 unit tests (cleaning, leakage-free lags, split, metrics, weights) and 17 API tests (gating, validation, full flow).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Smoke test: 26 live checks incl. bad file -&gt; 400, same source/target -&gt; 400, bad horizon -&gt; 400.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Browser walk-through: 25 screens; only console problems were Gemini 502s.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 on an i5-12500, 15.7 GB, no GPU, other jobs running.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tested: load, many users, Chrome-only, full-size H&amp;M.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Model Performance (chronological 80/20 split)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5394960" cy="3072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822960"/>
                <a:gridCol w="822960"/>
                <a:gridCol w="8229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RMSE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MAE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R²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Moving average (app baseline)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12.89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8.09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0.101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Naive: repeat yesterday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5.65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0.540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Rolling mean 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5.65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13.26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7.53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0.049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LightGBM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10.06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6.71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0.452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 default (5 seeds)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0.335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 tuned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10.34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6.88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89204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XGBoost default: RMSE 11.09 ± 0.05 over 5 seeds; fits in 1.9 s.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Beats the app's moving average, does NOT beat repeating yesterday.</a:t>
            </a:r>
          </a:p>
        </p:txBody>
      </p:sp>
      <p:pic>
        <p:nvPicPr>
          <p:cNvPr id="9" name="Picture 8" descr="f01_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120419"/>
            <a:ext cx="5577840" cy="31658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585216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Test: 2018-12-14 to 2019-01-04, 6515 rows; MAPE on non-zero rows is 143% (low-volume days).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Breakdown - Predicted vs Actual and Inventory Units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03_test_daily_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64455"/>
            <a:ext cx="5852160" cy="3163329"/>
          </a:xfrm>
          <a:prstGeom prst="rect">
            <a:avLst/>
          </a:prstGeom>
        </p:spPr>
      </p:pic>
      <p:pic>
        <p:nvPicPr>
          <p:cNvPr id="8" name="Picture 7" descr="f09_inventory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47520"/>
            <a:ext cx="5394959" cy="29972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983480"/>
          <a:ext cx="10515600" cy="1097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1371600"/>
                <a:gridCol w="2926080"/>
                <a:gridCol w="246888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Forecast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Total bias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Under-forecast (lost sales)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Over-forecast (excess)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WAPE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+23.6%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16.4% of demand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39.9%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56.3%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Moving average (7d)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+6.5%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29.4%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35.9%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65.3%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1264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80,699 units sold in the test window. Units are offline measurements; the app itself shows no inventory view. XGBoost over-forecasts the window overall.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 - Features, Tuning and Horizon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2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05939"/>
            <a:ext cx="5852160" cy="2926080"/>
          </a:xfrm>
          <a:prstGeom prst="rect">
            <a:avLst/>
          </a:prstGeom>
        </p:spPr>
      </p:pic>
      <p:pic>
        <p:nvPicPr>
          <p:cNvPr id="8" name="Picture 7" descr="f04_recursive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37977"/>
            <a:ext cx="5394960" cy="30620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07492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Feature groups: lag / rolling only gives RMSE 9.40 (R² 0.52), better than all 31 features (11.06); without lag / rolling R² is -0.41. Absolute-time features cannot extrapolate past the training dates.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Tuning (RandomizedSearchCV, 10 iterations x 3 TimeSeriesSplit, 31 s): RMSE 11.09 -&gt; 10.34; best depth 12, learning rate 0.01.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Recursive forecast WAPE by horizon: 41% / 77% / 124% (days 1-7 / 8-14 / 15-30) against 34% / 48% / 79% for a flat 7-day mean.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Domain Adaptation (6 pairs x 5 seeds)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7" name="Picture 6" descr="f05_domain_pai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21" y="1600200"/>
            <a:ext cx="5673436" cy="35661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645920"/>
          <a:ext cx="5394960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914400"/>
                <a:gridCol w="822960"/>
                <a:gridCol w="822960"/>
                <a:gridCol w="7315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Pair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RMSE before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adapted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change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pooled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Channel 2 -&gt; 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10.80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+11.9%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9.78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Channel 1 -&gt; 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19.00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18.99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+0.0%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17.84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Upper -&gt; Lower body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13.90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14.80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-6.5%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13.51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Lower -&gt; Upper body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11.91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12.78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-7.3%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12.13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Knitwear -&gt; Trouser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17.23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25.21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-46.3%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16.88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Jersey Basic -&gt; Blouse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12.20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16.99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-39.4%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11.54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55080" y="443484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Mean change -14.6% as built; -6.5% with mean-1 weights; -7.1% time-clean. 'pooled' = source + early target rows, no weights.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57800"/>
            <a:ext cx="111556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Helped on 2 of 6. The channel 2 -&gt; 1 gain (+11.9%) turns into -2.8% when source rows are limited to dates before the target test window.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When the domain classifier separates domains perfectly (department pairs, accuracy 100%), weights are about 1e-5 and XGBoost stops splitting (R² about 0); rescaling to mean 1 removes the collapse.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Unweighted pooling beats weighted adaptation on 5 of 6 pairs.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- different datasets)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4389120"/>
                <a:gridCol w="45720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(LightGBM-SHAP)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TrendCast (XGBoost + adaptation)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UCI Online Retail II, 1.07 M transactions, 4,631 SKUs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H&amp;M subset, 605,178 rows, 300 articles, 107 days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One-day-ahead SKU demand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One-day-ahead evaluation plus 7/14/30-day recursive forecast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Best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LightGBM, RMSE 33.71, R² 0.243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 RMSE 11.09 (R² 0.33); tuned 10.34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Vs 7-day moving average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2.86 RMSE better (about 7.8%)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1.80 RMSE better (about 14%)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Vs naive lag-1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14.06 RMSE better (about 29%)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lag-1 is 1.86 RMSE better than XGBoost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Dominant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Rolling statistics (R² -0.064 when removed)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Lag / rolling (R² -0.41 when removed)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Explainability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PFI, PDP, SHAP, 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Gain importance in app; TreeSHAP offline (rank agreement 0.40)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Domain shift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addressed (stated limit)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Implemented; helps 2 of 6 pairs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521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RMSE values sit on different scales (different units sold per SKU-day), so only relative findings are compared: boosted trees beat the moving average, and lag / rolling features dominate in both studies.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Data Upload and Exploration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6_upload-quality-repor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7_explor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6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Data-quality report on the real subset: 605,178 transactions, 276,168 customers, 300 products, 79,214 rows removed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Explore demand: 605,178 units, 30,481 product-days, 107 days; daily totals show the two demand peaks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Model Training and Domain Adaptation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13_training-compariso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6_domain-before-aft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6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Training page: XGBoost (RMSE 11.065, R² 0.337) against the moving average (RMSE 12.891, R² 0.101)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Domain adaptation channel 1 -&gt; 2: RMSE 18.983 -&gt; 18.989; the page shows the change as 'worse', unedited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Evaluation and Forecast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18_evaluation-importanc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20_forecast-tabl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6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Evaluation: before/after table and gain-based feature importance (top: is_month_end, lag_1, day_of_year)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Forecast: history and 14-day forecast with the forecast table for one article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TrendCast is a working, tested forecasting product on real H&amp;M data whose honest measurements show where the method helps and where it does not.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31720"/>
          <a:ext cx="1115568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4114800"/>
                <a:gridCol w="65836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 data, seasonal / price / category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Met: H&amp;M subset, 31 inputs, shifted lags, date split; no promotions in the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 at product and category level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 at article level; no separate category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Domain adaptation across markets / categories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Implemented for channel, group, department; markets = 2 channels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Compare adapted vs non-adapted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Done: helps 2/6, mean -14.6%; not reliable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Explain forecast drivers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gain importance in app, TreeSHAP offline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MAE / RMSE / MAPE and inventory impact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Metrics met; inventory units offline only, no cost savings shown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6235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Key findings: boosted trees beat the moving average but not repeat-yesterday; lag / rolling features carry the model; weights must be normalised; adaptation needs time-clean testing.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107 days, 300 best-selling articles, one data shard; no multi-year seasonality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Cleaning drops 11.6% duplicate rows that are real repeat purchases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Target-day price and channel are inputs; frozen in recursive forecasts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Source rows overlap the target test dates; weights not normalised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cold-start mode; SHAP and inventory impact offline only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Gemini AI Insights unavailable during capture (503 / timeout)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Single user, no authentication, no load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Normalise weights; make the time-clean protocol the default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 a cold-start mode from product attributes (R² 0.27 offline)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Keep rolling-origin backtests and a lag-1 baseline in the app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Direct multi-horizon or probabilistic forecasts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SHAP in the app; inventory cost simulation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Full H&amp;M data, promotions and regions; CORAL / adversarial adaptation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Authentication, persistence, multi-user roles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L. N. Mishra, B. Senapati, S. K. Nayak and A. J. Rangari, "Explainable retail demand forecasting: A hybrid LightGBM-SHAP framework for inventory optimization," IEEE Access, vol. 14, pp. 43613-43633, 2026, doi: 10.1109/ACCESS.2026.3675540.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T. Chen and C. Guestrin, "XGBoost: A scalable tree boosting system," in Proc. 22nd ACM SIGKDD Int. Conf. Knowledge Discovery and Data Mining, Aug. 2016, pp. 785-794.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G. Ke, Q. Meng, T. Finley, T. Wang, W. Chen, W. Ma, Q. Ye and T.-Y. Liu, "LightGBM: A highly efficient gradient boosting decision tree," in Proc. Advances in Neural Information Processing Systems (NIPS), 2017, pp. 3146-3154.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S. M. Lundberg and S.-I. Lee, "A unified approach to interpreting model predictions," in Proc. Advances in Neural Information Processing Systems (NIPS), 2017, pp. 4765-4774.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S. M. Lundberg et al., "From local explanations to global understanding with explainable AI for trees," Nature Machine Intelligence, vol. 2, no. 1, pp. 56-67, Jan. 2020.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S. Makridakis, E. Spiliotis and V. Assimakopoulos, "M5 accuracy competition: Results, findings, and conclusions," International Journal of Forecasting, vol. 38, no. 4, pp. 1346-1364, Oct. 2022.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H. Shimodaira, "Improving predictive inference under covariate shift by weighting the log-likelihood function," Journal of Statistical Planning and Inference, vol. 90, no. 2, pp. 227-244, 2000.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S. Bickel, M. Brueckner and T. Scheffer, "Discriminative learning under covariate shift," Journal of Machine Learning Research, vol. 10, pp. 2137-2155, 2009.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M. Sugiyama, M. Krauledat and K.-R. Mueller, "Covariate shift adaptation by importance weighted cross validation," Journal of Machine Learning Research, vol. 8, pp. 985-1005, 2007.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S. Ben-David, J. Blitzer, K. Crammer, A. Kulesza, F. Pereira and J. W. Vaughan, "A theory of learning from different domains," Machine Learning, vol. 79, no. 1-2, pp. 151-175, 2010.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[17] S. Thomassey, "Sales forecasts in clothing industry: The key success factor of the supply chain management," International Journal of Production Economics, vol. 128, no. 2, pp. 470-483, Dec. 2010.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[18] V. Ekambaram, K. Manglik, S. Mukherjee, S. S. K. Sajja, S. Dwivedi and V. Raykar, "Attention based multi-modal new product sales time-series forecasting," in Proc. 26th ACM SIGKDD Int. Conf. Knowledge Discovery and Data Mining, 2020, pp. 3110-3118, doi: 10.1145/3394486.3403362.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[20] G. Skenderi, C. Joppi, M. Denitto and M. Cristani, "Well Googled is half done: Multimodal forecasting of new fashion product sales with image-based Google Trends," arXiv:2109.09824, 2021 (rev. 2024).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[22] R. Zhou, Z. Zhang, J. Han, Y. Peng and X. Zhang, "Cold-start forecasting of new product life-cycles via conditional diffusion models," arXiv:2604.20370, Apr. 2026.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[23] H&amp;M Group, "H&amp;M Personalized Fashion Recommendations," Kaggle competition data (articles, customers, transactions), 2022. [Online]. Available: https://www.kaggle.com/competitions/h-and-m-personalized-fashion-recommendations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[24] F. Pedregosa et al., "Scikit-learn: Machine learning in Python," Journal of Machine Learning Research, vol. 12, pp. 2825-2830, 2011.</a:t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full numbered list of 29 references, including the batch survey titles [26]-[29], is in the 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A17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endCast">
  <a:themeElements>
    <a:clrScheme name="TrendCas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ndCast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rendCas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Demand Forecasting Using Machine Learning And Domain Adaptation - Final Review</dc:title>
  <dc:subject>TrendCast</dc:subject>
  <dc:creator>Batch A17, Dept. of CSE, TKRCET</dc:creator>
  <cp:lastModifiedBy>Batch A17, Dept. of CSE, TKRCET</cp:lastModifiedBy>
  <cp:revision>1</cp:revision>
  <dcterms:created xsi:type="dcterms:W3CDTF">2026-10-07T05:03:03Z</dcterms:created>
  <dcterms:modified xsi:type="dcterms:W3CDTF">2026-10-07T05:03:03Z</dcterms:modified>
  <dc:description/>
  <cp:keywords>fashion demand forecasting, XGBoost, domain adaptation, importance weighting, H&amp;M</cp:keywords>
</cp:coreProperties>
</file>