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CHEPURI RISHIVARDHAN	23K91A0553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BODA SANDEEP	23K91A0539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DHARAVATH SEETHARAM	23K91A0562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NARISIMHA REDDY	24K95A0501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P. KISHORE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250" b="1" dirty="0">
                <a:solidFill>
                  <a:srgbClr val="C0504D"/>
                </a:solidFill>
                <a:latin typeface="Times New Roman" pitchFamily="18" charset="0"/>
              </a:rPr>
              <a:t>AutoSecAI: Autonomous Pull Request Analysis for Security, Vulnerability Detection, and Code Quality using Multi-Agent LLMs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Modern software development involves frequent pull requests, making manual reviews for security flaws (like SQL injection or XSS) and coding errors challenging.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Simultaneously, junior developers often struggle to navigate large codebases to locate specific features or logic flows.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To address these issues, this project proposes AutoSecAI, an autonomous pull request analysis system leveraging multi-agent LLMs for security, vulnerability detection.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During the pull request process, AutoSecAI automatically extracts changed files and runs static analysis tools to detect risks.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It then utilizes a multi-agent AI framework for deep contextual understanding, generating clear explanations of detected vulnerabilities, their potential impacts.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"Leveraging Key Source Code Metrics for Predicting Software Vulnerabilities With Machine Learning"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10.1109/access.2026.3679930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predicts vulnerabilities from code metrics offline. The gap is applying that signal inside the live pull request workflow, combined with agentic review that explains each finding.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Modern development merges many pull requests each week, and every one is a potential entry point for a vulnerability.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Manual review is slow and inconsistent, and reviewers routinely miss injection and access-control flaws.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Static analysers catch known patterns but produce large volumes of low-value warnings.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Source-code metrics correlate measurably with the likelihood that a file contains a vulnerability.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Large Language Models can read a diff in context and explain why a change is risky.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Multiple specialised agents reviewing different concerns outperform one general reviewer.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Leveraging Key Source Code Metrics for Predicting Software Vulnerabilities With Machine Learning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Enhancing Software Security with CNN-LSTM Hybrid Model: Vulnerability Detection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Real-Time AI Code Security Auditing: Automated Vulnerability Detection and Remediation Through.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Improving Software Security: A Multi-modal Framework for Vulnerability Detection Using Code.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Advancing Software Security: Dcodebert for Automatic Vulnerability Detection and Repair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2024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Extract changed files and diff context automatically when a pull request is opened.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Compute source-code metrics for changed files and use them to rank vulnerability likelihood.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Perform AST-based static analysis to detect injection, access-control and validation flaws.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Deploy multiple LLM agents covering security, code quality and maintainability concerns.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Retrieve related code from the repository so review comments reflect the wider codebase.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Post consolidated review comments and evaluate precision against manually reviewed pull requests.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Manual pull request review does not scale with the pace of modern development.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Security review depends on whether the reviewer happens to have security expertise.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Static analysers overwhelm developers with warnings that are mostly false positives.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Reviewers lack the context of a large codebase when judging a small diff.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an autonomous reviewer that analyses each pull request for security and quality using codebase-aware multi-agent reasoning.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