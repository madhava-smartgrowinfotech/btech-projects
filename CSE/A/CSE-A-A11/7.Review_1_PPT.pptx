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Base paper [1]: Random Forest on 10 real C/C++ projects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[1]</c:v>
                </c:pt>
              </c:strCache>
            </c:strRef>
          </c:tx>
          <c:spPr>
            <a:solidFill>
              <a:srgbClr val="6D5BD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0.96</c:v>
                </c:pt>
                <c:pt idx="1">
                  <c:v>0.948</c:v>
                </c:pt>
                <c:pt idx="2">
                  <c:v>0.974</c:v>
                </c:pt>
                <c:pt idx="3">
                  <c:v>0.961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score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1 covers problem identification and research for AutoSecAI, an autonomous pull-request reviewer for security, vulnerability detection and code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parts: the abstract, the base paper and related work, the existing approaches and their limits, the gap, the problem statement and objectives, the approach, expected outcomes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abstract in one slide: the review problem, the multi-agent idea built on a metric-based risk model, and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predicts vulnerable functions offline from code metrics. AutoSecAI applies that signal inside the pull-request workflow and adds explanation and remediation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 and [2] were read; [3] to [6] are listed in the batch literature survey but could not be retrieved, so no results are claimed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numbers are published by the base paper, not ours. AutoSecAI's own measurements come in Reviews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a pull request is reviewed today, as stated in the batch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 taken from the problem statement of the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gap: the signal is predicted offline, and it must be applied inside the live pull-request workflow together with agentic review that explains each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Inputs are the change set and the user's questions; outputs are the verdict, explained findings, verified patches and cited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batch document. The last one, precision against manually reviewed pull requests, needs a labelled set that does not exist yet and is reported later as a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software agents cooperate: ingestion, static analysis, ML risk, reasoner, remediation, quality and judge; an optional language-model layer can reword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to the React app, which proxies /api to FastAPI. The engine runs locally; GitHub and an optional language-model key are the only external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Outcomes are stated as targets here and are measured in the next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[1] to [12]; the full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AutoSecAI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AutoSecAI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Pull Request Analysis for Security, Vulnerability Detection, and Code Quality using Multi-Agent LLMs</a:t>
            </a:r>
            <a:endParaRPr lang="en-US" sz="25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CHEPURI RISHIVARDHAN  23K91A0553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BODA SANDEEP  23K91A0539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DHARAVATH SEETHARAM  23K91A0562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NARISIMHA REDDY  24K95A0501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P. KISHORE,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Department of Computer Science and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TKR College of Engineering &amp; Technology (Autonomous)  ·  Batch A11 (CSE, Section A)  · 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Abstract and overview</a:t>
            </a:r>
            <a:endParaRPr lang="en-US" sz="1600" dirty="0"/>
          </a:p>
        </p:txBody>
      </p:sp>
      <p:sp>
        <p:nvSpPr>
          <p:cNvPr id="7" name="agenda 2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 paper</a:t>
            </a:r>
            <a:endParaRPr lang="en-US" sz="1600" dirty="0"/>
          </a:p>
        </p:txBody>
      </p:sp>
      <p:sp>
        <p:nvSpPr>
          <p:cNvPr id="10" name="agenda 3"/>
          <p:cNvSpPr/>
          <p:nvPr/>
        </p:nvSpPr>
        <p:spPr>
          <a:xfrm>
            <a:off x="804672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Literature survey</a:t>
            </a:r>
            <a:endParaRPr lang="en-US" sz="1600" dirty="0"/>
          </a:p>
        </p:txBody>
      </p:sp>
      <p:sp>
        <p:nvSpPr>
          <p:cNvPr id="13" name="agenda 4"/>
          <p:cNvSpPr/>
          <p:nvPr/>
        </p:nvSpPr>
        <p:spPr>
          <a:xfrm>
            <a:off x="54864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Existing approaches and limitations</a:t>
            </a:r>
            <a:endParaRPr lang="en-US" sz="1600" dirty="0"/>
          </a:p>
        </p:txBody>
      </p:sp>
      <p:sp>
        <p:nvSpPr>
          <p:cNvPr id="16" name="agenda 5"/>
          <p:cNvSpPr/>
          <p:nvPr/>
        </p:nvSpPr>
        <p:spPr>
          <a:xfrm>
            <a:off x="429768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628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19" name="agenda 6"/>
          <p:cNvSpPr/>
          <p:nvPr/>
        </p:nvSpPr>
        <p:spPr>
          <a:xfrm>
            <a:off x="804672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statement and objectives</a:t>
            </a:r>
            <a:endParaRPr lang="en-US" sz="1600" dirty="0"/>
          </a:p>
        </p:txBody>
      </p:sp>
      <p:sp>
        <p:nvSpPr>
          <p:cNvPr id="22" name="agenda 7"/>
          <p:cNvSpPr/>
          <p:nvPr/>
        </p:nvSpPr>
        <p:spPr>
          <a:xfrm>
            <a:off x="54864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approach and architecture</a:t>
            </a:r>
            <a:endParaRPr lang="en-US" sz="1600" dirty="0"/>
          </a:p>
        </p:txBody>
      </p:sp>
      <p:sp>
        <p:nvSpPr>
          <p:cNvPr id="25" name="agenda 8"/>
          <p:cNvSpPr/>
          <p:nvPr/>
        </p:nvSpPr>
        <p:spPr>
          <a:xfrm>
            <a:off x="429768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Expected outcomes</a:t>
            </a:r>
            <a:endParaRPr lang="en-US" sz="1600" dirty="0"/>
          </a:p>
        </p:txBody>
      </p:sp>
      <p:sp>
        <p:nvSpPr>
          <p:cNvPr id="28" name="agenda 9"/>
          <p:cNvSpPr/>
          <p:nvPr/>
        </p:nvSpPr>
        <p:spPr>
          <a:xfrm>
            <a:off x="804672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7532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a security reviewer for every pull request</a:t>
            </a:r>
            <a:endParaRPr lang="en-US" sz="3200" dirty="0"/>
          </a:p>
        </p:txBody>
      </p:sp>
      <p:sp>
        <p:nvSpPr>
          <p:cNvPr id="4" name="The problem card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The 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Modern teams merge many pull requests, and manual review for flaws such as SQL injection or XSS is slow and inconsistent. Static analysers add many low-value warnings, and newcomers struggle to find their way around a large codebase.</a:t>
            </a:r>
            <a:endParaRPr lang="en-US" sz="1700" dirty="0"/>
          </a:p>
        </p:txBody>
      </p:sp>
      <p:sp>
        <p:nvSpPr>
          <p:cNvPr id="9" name="Our idea card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Our id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Our idea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AutoSecAI extracts the changed files, runs AST static analysis, scores each changed function with the base paper's source-code metrics, and lets seven cooperating agents explain every finding, propose a verified fix and issue a verdict. A codebase assistant answers questions about the repository.</a:t>
            </a:r>
            <a:endParaRPr lang="en-US" sz="1700" dirty="0"/>
          </a:p>
        </p:txBody>
      </p:sp>
      <p:sp>
        <p:nvSpPr>
          <p:cNvPr id="14" name="The deliverable card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The deliver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deliverable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A web application: paste or upload a diff, or give a GitHub PR link; read the verdict, findings and patches; export Markdown, SARIF, JSON or CSV; ask the repository where authentication or routing lives.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4" name="citation box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</a:rPr>
              <a:t>B. K. E. Abbasi and A. Shameli-Sendi, "Leveraging key source code metrics for predicting software vulnerabilities with machine learning," IEEE Access, vol. 14, pp. 52610-52625, 2026, doi: 10.1109/ACCESS.2026.3679930.</a:t>
            </a:r>
            <a:endParaRPr lang="en-US" sz="1400" dirty="0"/>
          </a:p>
        </p:txBody>
      </p:sp>
      <p:sp>
        <p:nvSpPr>
          <p:cNvPr id="6" name="Method card"/>
          <p:cNvSpPr/>
          <p:nvPr/>
        </p:nvSpPr>
        <p:spPr>
          <a:xfrm>
            <a:off x="54864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Method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475569"/>
                </a:solidFill>
              </a:rPr>
              <a:t>14 source-code metrics are computed per C/C++ function from a code property graph; seven feature-selection methods pick the five most useful; SmoteTomek balances the classes; Min-Max scaling; nine ML models, with Random Forest best; the same metrics also classify the vulnerability type.</a:t>
            </a:r>
            <a:endParaRPr lang="en-US" sz="1450" dirty="0"/>
          </a:p>
        </p:txBody>
      </p:sp>
      <p:sp>
        <p:nvSpPr>
          <p:cNvPr id="9" name="Data and reported results card"/>
          <p:cNvSpPr/>
          <p:nvPr/>
        </p:nvSpPr>
        <p:spPr>
          <a:xfrm>
            <a:off x="429768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and reported results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21,759 functions from 10 open-source projects, 275 vulnerable (1.26%). Random Forest: accuracy 0.96, precision 0.948, recall 0.974, F1 0.961. The most useful metrics: M5, M6, M1, M9 and M11.</a:t>
            </a:r>
            <a:endParaRPr lang="en-US" sz="1500" dirty="0"/>
          </a:p>
        </p:txBody>
      </p:sp>
      <p:sp>
        <p:nvSpPr>
          <p:cNvPr id="12" name="Limitations stated by the authors card"/>
          <p:cNvSpPr/>
          <p:nvPr/>
        </p:nvSpPr>
        <p:spPr>
          <a:xfrm>
            <a:off x="804672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DF1EC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we adopt and what we change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We adopt the 14-metric idea, the selection, balancing and nine-model pipeline, and reproduce it for Python. We move the signal into the live pull-request workflow, add taint-aware static analysis, agentic explanations and verified patches. The paper's own future work: other languages than C and C++.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2194560"/>
                <a:gridCol w="24076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Abbasi and Shameli-Sendi, 2026 (base) [1]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code metrics, feature selection, SmoteTomek, 9 ML models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21,759 C/C++ functions, 10 projects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F1 0.961, accuracy 0.96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2026 [2]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Sphinx: structured data generation, checklist benchmark, checklist-reward training for LLM PR review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Pull-request review comments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40% higher checklist coverage than baselines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hybrid, 2025 [3]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hybrid vulnerability detection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 (listed in batch survey)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AI code security auditing, 2025 [4]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detection and remediation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 (listed in batch survey)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framework with meta-learning, 2025 [5]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simplification and meta-learning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 (listed in batch survey)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DcodeBERT, 2024 [6]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vulnerability detection and repair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 (listed in batch survey)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metrics predict vulnerable code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 card"/>
          <p:cNvSpPr/>
          <p:nvPr/>
        </p:nvSpPr>
        <p:spPr>
          <a:xfrm>
            <a:off x="7589520" y="1371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78181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Image 0" descr="Takea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709928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1554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Takeaway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7818120" y="2240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</a:rPr>
              <a:t>Fourteen interpretable metrics are enough to rank vulnerable functions well: the base paper reports F1 0.961 with Random Forest, and the metrics that matter most are about control flow, nesting and arguments [1].</a:t>
            </a:r>
            <a:endParaRPr lang="en-US" sz="1250" dirty="0"/>
          </a:p>
        </p:txBody>
      </p:sp>
      <p:sp>
        <p:nvSpPr>
          <p:cNvPr id="10" name="Caveat card"/>
          <p:cNvSpPr/>
          <p:nvPr/>
        </p:nvSpPr>
        <p:spPr>
          <a:xfrm>
            <a:off x="7589520" y="3657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7818120" y="3886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2" name="Image 1" descr="Cav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995928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3840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Caveat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18120" y="4526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Published figures on C/C++ projects with a different class balance. They motivate our design; they are not our results, which are measured later on a generated Python corpus.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Developer opens a pull request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76729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451049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24201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Reviewer reads the diff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07913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435345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2661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Linter / static tool runs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98154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625586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902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Reviewer comments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7883957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8158277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31429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Author fixes, re-review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9786366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10060686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33838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Merge</a:t>
            </a:r>
            <a:endParaRPr lang="en-US" sz="1400" dirty="0"/>
          </a:p>
        </p:txBody>
      </p:sp>
      <p:sp>
        <p:nvSpPr>
          <p:cNvPr id="21" name="Automatic, text-only card"/>
          <p:cNvSpPr/>
          <p:nvPr/>
        </p:nvSpPr>
        <p:spPr>
          <a:xfrm>
            <a:off x="54864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3" name="Image 0" descr="Automatic, text-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6301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6304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Manual review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Reviewers read diffs by hand. It is slow, depends on who reviews and on their security knowledge, and subtle injection or access-control flaws are routinely missed.</a:t>
            </a:r>
            <a:endParaRPr lang="en-US" sz="1700" dirty="0"/>
          </a:p>
        </p:txBody>
      </p:sp>
      <p:sp>
        <p:nvSpPr>
          <p:cNvPr id="26" name="Manual fact-checking card"/>
          <p:cNvSpPr/>
          <p:nvPr/>
        </p:nvSpPr>
        <p:spPr>
          <a:xfrm>
            <a:off x="617220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icon circle"/>
          <p:cNvSpPr/>
          <p:nvPr/>
        </p:nvSpPr>
        <p:spPr>
          <a:xfrm>
            <a:off x="640080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8" name="Image 1" descr="Manual fact-chec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30168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8660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Static analysers on their own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Tools catch known patterns but report large volumes of low-value warnings without saying why a change is risky or how to fix it, and they do not see the wider codebase.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4" name="Ignore the picture card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Ignore the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Does not scale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Manual review cannot keep pace with the number of pull requests a team merges.</a:t>
            </a:r>
            <a:endParaRPr lang="en-US" sz="1800" dirty="0"/>
          </a:p>
        </p:txBody>
      </p:sp>
      <p:sp>
        <p:nvSpPr>
          <p:cNvPr id="9" name="Label only card"/>
          <p:cNvSpPr/>
          <p:nvPr/>
        </p:nvSpPr>
        <p:spPr>
          <a:xfrm>
            <a:off x="617220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Label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Uneven security depth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Whether a flaw is found depends on whether the reviewer happens to have security expertise.</a:t>
            </a:r>
            <a:endParaRPr lang="en-US" sz="1800" dirty="0"/>
          </a:p>
        </p:txBody>
      </p:sp>
      <p:sp>
        <p:nvSpPr>
          <p:cNvPr id="14" name="One split only card"/>
          <p:cNvSpPr/>
          <p:nvPr/>
        </p:nvSpPr>
        <p:spPr>
          <a:xfrm>
            <a:off x="54864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One split on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Warning overload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Static analysers flag many items that are not real problems, so developers stop reading them.</a:t>
            </a:r>
            <a:endParaRPr lang="en-US" sz="1800" dirty="0"/>
          </a:p>
        </p:txBody>
      </p:sp>
      <p:sp>
        <p:nvSpPr>
          <p:cNvPr id="19" name="Not usable card"/>
          <p:cNvSpPr/>
          <p:nvPr/>
        </p:nvSpPr>
        <p:spPr>
          <a:xfrm>
            <a:off x="617220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1" name="Image 3" descr="Not us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 codebase context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475569"/>
                </a:solidFill>
              </a:rPr>
              <a:t>A small diff is judged without knowing how the rest of the repository works.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gap Modality"/>
          <p:cNvSpPr/>
          <p:nvPr/>
        </p:nvSpPr>
        <p:spPr>
          <a:xfrm>
            <a:off x="548640" y="13258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Workflow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3258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Metric-based vulnerability prediction is studied offline [1]; it is not applied to each pull request as it arrives.</a:t>
            </a:r>
            <a:endParaRPr lang="en-US" sz="1800" dirty="0"/>
          </a:p>
        </p:txBody>
      </p:sp>
      <p:sp>
        <p:nvSpPr>
          <p:cNvPr id="7" name="gap Transparency"/>
          <p:cNvSpPr/>
          <p:nvPr/>
        </p:nvSpPr>
        <p:spPr>
          <a:xfrm>
            <a:off x="548640" y="22402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40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2402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Scanners and models return a label or a warning, not why a change is risky, its impact or a fix.</a:t>
            </a:r>
            <a:endParaRPr lang="en-US" sz="1800" dirty="0"/>
          </a:p>
        </p:txBody>
      </p:sp>
      <p:sp>
        <p:nvSpPr>
          <p:cNvPr id="10" name="gap Generalisation"/>
          <p:cNvSpPr/>
          <p:nvPr/>
        </p:nvSpPr>
        <p:spPr>
          <a:xfrm>
            <a:off x="548640" y="31546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Remediation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1546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Few tools offer a patch and check that the patch actually removes the finding.</a:t>
            </a:r>
            <a:endParaRPr lang="en-US" sz="1800" dirty="0"/>
          </a:p>
        </p:txBody>
      </p:sp>
      <p:sp>
        <p:nvSpPr>
          <p:cNvPr id="13" name="gap Generated media"/>
          <p:cNvSpPr/>
          <p:nvPr/>
        </p:nvSpPr>
        <p:spPr>
          <a:xfrm>
            <a:off x="548640" y="40690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069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Context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0690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Review comments rarely reflect the rest of the repository; newcomers cannot ask where a feature lives.</a:t>
            </a:r>
            <a:endParaRPr lang="en-US" sz="1800" dirty="0"/>
          </a:p>
        </p:txBody>
      </p:sp>
      <p:sp>
        <p:nvSpPr>
          <p:cNvPr id="16" name="gap Application"/>
          <p:cNvSpPr/>
          <p:nvPr/>
        </p:nvSpPr>
        <p:spPr>
          <a:xfrm>
            <a:off x="548640" y="49834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9834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Evidence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49834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No repeatable measurement joins static rules, a metric model and agent output on the same code.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tatement box"/>
          <p:cNvSpPr/>
          <p:nvPr/>
        </p:nvSpPr>
        <p:spPr>
          <a:xfrm>
            <a:off x="548640" y="146304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00200"/>
            <a:ext cx="103628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pull request (a diff, two file versions, a GitHub PR link or uploaded files), find security flaws and quality problems in the changed code, rank functions by vulnerability likelihood with source-code metrics, explain each finding with its impact, propose a fix that is verified by re-scanning, and give a merge verdict; and let developers ask natural-language questions about the repository, in an application whose behaviour is measured.</a:t>
            </a:r>
            <a:endParaRPr lang="en-US" sz="2200" dirty="0"/>
          </a:p>
        </p:txBody>
      </p:sp>
      <p:sp>
        <p:nvSpPr>
          <p:cNvPr id="6" name="Input card"/>
          <p:cNvSpPr/>
          <p:nvPr/>
        </p:nvSpPr>
        <p:spPr>
          <a:xfrm>
            <a:off x="54864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Diff, PR link, files, questions</a:t>
            </a:r>
            <a:endParaRPr lang="en-US" sz="1400" dirty="0"/>
          </a:p>
        </p:txBody>
      </p:sp>
      <p:sp>
        <p:nvSpPr>
          <p:cNvPr id="9" name="Output card"/>
          <p:cNvSpPr/>
          <p:nvPr/>
        </p:nvSpPr>
        <p:spPr>
          <a:xfrm>
            <a:off x="429768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Verdict, findings, patches, answers</a:t>
            </a:r>
            <a:endParaRPr lang="en-US" sz="1400" dirty="0"/>
          </a:p>
        </p:txBody>
      </p:sp>
      <p:sp>
        <p:nvSpPr>
          <p:cNvPr id="12" name="Extra card"/>
          <p:cNvSpPr/>
          <p:nvPr/>
        </p:nvSpPr>
        <p:spPr>
          <a:xfrm>
            <a:off x="804672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Extra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Risk score and exports (SARIF, MD)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</a:rPr>
              <a:t>Extract changed files and diff context automatically when a pull request is opened.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</a:rPr>
              <a:t>Compute source-code metrics for changed files and use them to rank vulnerability likelihood.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</a:rPr>
              <a:t>Perform AST-based static analysis to detect injection, access-control and validation flaws.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</a:rPr>
              <a:t>Deploy multiple agents covering security, code quality and maintainability concerns.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</a:rPr>
              <a:t>Retrieve related code from the repository so review comments reflect the wider codebase.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</a:rPr>
              <a:t>Post consolidated review comments and evaluate precision against manually reviewed pull requests.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4" name="Text track card"/>
          <p:cNvSpPr/>
          <p:nvPr/>
        </p:nvSpPr>
        <p:spPr>
          <a:xfrm>
            <a:off x="54864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 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Ingest the change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Diff, two versions, GitHub PR, files, zip or folder become changed files with line ranges.</a:t>
            </a:r>
            <a:endParaRPr lang="en-US" sz="1600" dirty="0"/>
          </a:p>
        </p:txBody>
      </p:sp>
      <p:sp>
        <p:nvSpPr>
          <p:cNvPr id="9" name="Visual track card"/>
          <p:cNvSpPr/>
          <p:nvPr/>
        </p:nvSpPr>
        <p:spPr>
          <a:xfrm>
            <a:off x="3364992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593592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Visual tr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79392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Static + ML risk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AST and taint rules plus the 14-metric model score every changed function.</a:t>
            </a:r>
            <a:endParaRPr lang="en-US" sz="1600" dirty="0"/>
          </a:p>
        </p:txBody>
      </p:sp>
      <p:sp>
        <p:nvSpPr>
          <p:cNvPr id="14" name="Fusion card"/>
          <p:cNvSpPr/>
          <p:nvPr/>
        </p:nvSpPr>
        <p:spPr>
          <a:xfrm>
            <a:off x="6181344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409944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6" name="Image 2" descr="Fu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95744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Explain and fix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9944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CWE/OWASP-mapped explanation, impact, safe example, patch re-scanned to verify.</a:t>
            </a:r>
            <a:endParaRPr lang="en-US" sz="1600" dirty="0"/>
          </a:p>
        </p:txBody>
      </p:sp>
      <p:sp>
        <p:nvSpPr>
          <p:cNvPr id="19" name="AI-media check card"/>
          <p:cNvSpPr/>
          <p:nvPr/>
        </p:nvSpPr>
        <p:spPr>
          <a:xfrm>
            <a:off x="8997696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9226296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1" name="Image 3" descr="AI-media 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099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2096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Judge and report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226296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De-duplicate, risk score 0-100, verdict BLOCK / REQUEST_CHANGES / APPROVE.</a:t>
            </a:r>
            <a:endParaRPr lang="en-US" sz="1600" dirty="0"/>
          </a:p>
        </p:txBody>
      </p:sp>
      <p:sp>
        <p:nvSpPr>
          <p:cNvPr id="24" name="Web application card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6" name="Image 4" descr="Web applic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1032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47548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Web application and codebase assistant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44068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React + FastAPI: live agent progress, findings, charts, exports and history; a retrieval assistant that answers where authentication, routing or the UI is implemented.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5760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Proposed architecture: React app, FastAPI backend, seven-agent engine, SQLite and model artefacts, optional GitHub and LLM calls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750" y="1181100"/>
            <a:ext cx="6032500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4" name="Multimodal model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Multimoda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Risk ranking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Each changed function gets a vulnerability probability and a likely type.</a:t>
            </a:r>
            <a:endParaRPr lang="en-US" sz="1700" dirty="0"/>
          </a:p>
        </p:txBody>
      </p:sp>
      <p:sp>
        <p:nvSpPr>
          <p:cNvPr id="9" name="Transparent output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Transparent 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Explained findings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Every finding carries a CWE, impact, flow and remediation, not a bare warning.</a:t>
            </a:r>
            <a:endParaRPr lang="en-US" sz="1700" dirty="0"/>
          </a:p>
        </p:txBody>
      </p:sp>
      <p:sp>
        <p:nvSpPr>
          <p:cNvPr id="14" name="Honest evaluation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Honest evalu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Verified patches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Fixes are offered only when a re-scan shows the finding is gone.</a:t>
            </a:r>
            <a:endParaRPr lang="en-US" sz="1700" dirty="0"/>
          </a:p>
        </p:txBody>
      </p:sp>
      <p:sp>
        <p:nvSpPr>
          <p:cNvPr id="19" name="Generated-media signal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1" name="Image 3" descr="Generated-media sig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Codebase answers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Natural-language questions return the files and functions that implement a feature.</a:t>
            </a:r>
            <a:endParaRPr lang="en-US" sz="1700" dirty="0"/>
          </a:p>
        </p:txBody>
      </p:sp>
      <p:sp>
        <p:nvSpPr>
          <p:cNvPr id="24" name="Usable system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Usable syst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Usable application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Sign-in, history, exports and a clear verdict for each pull request.</a:t>
            </a:r>
            <a:endParaRPr lang="en-US" sz="1700" dirty="0"/>
          </a:p>
        </p:txBody>
      </p:sp>
      <p:sp>
        <p:nvSpPr>
          <p:cNvPr id="29" name="Quality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31" name="Image 5" descr="Qua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Honest evaluation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75569"/>
                </a:solidFill>
              </a:rPr>
              <a:t>Model scores, rule-engine scores and speed measured; gaps reported plainly.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[1] B. K. E. Abbasi and A. Shameli-Sendi, "Leveraging key source code metrics for predicting software vulnerabilities with machine learning," IEEE Access, vol. 14, pp. 52610-52625, 2026, doi: 10.1109/ACCESS.2026.3679930.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[2] D. Zhang, S. Zhang, Z. Jin, J. Luo, S. Fu and E. Nallipogu, "Sphinx: Benchmarking and modeling for LLM-driven pull request review," arXiv:2601.04252, Jan. 2026.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[3] "Enhancing software security with CNN-LSTM hybrid model: Vulnerability detection," 2025 (listed in the batch literature survey; not independently retrieved).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[4] "Real-time AI code security auditing: Automated vulnerability detection and remediation through meta-experimental analysis," 2025 (listed in the batch literature survey; not independently retrieved).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[5] "Improving software security: A multi-modal framework for vulnerability detection using code simplification and meta-learning," 2025 (listed in the batch literature survey; not independently retrieved).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[6] "Advancing software security: DcodeBERT for automatic vulnerability detection and repair," 2024 (listed in the batch literature survey; not independently retrieved).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[7] H. Shahriar and M. Zulkernine, "Mitigating program security vulnerabilities: Approaches and challenges," ACM Comput. Surv., vol. 44, no. 3, pp. 1-46, Jun. 2012.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[8] Y. Shin and L. Williams, "Can traditional fault prediction models be used for vulnerability prediction?" Empirical Softw. Eng., vol. 18, no. 1, pp. 25-59, Feb. 2013.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[9] B. Chernis and R. Verma, "Machine learning methods for software vulnerability detection," in Proc. 4th ACM Int. Workshop Secur. Privacy Anal., Mar. 2018, pp. 31-39.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[10] F. Yamaguchi, M. Lottmann and K. Rieck, "Generalized vulnerability extrapolation using abstract syntax trees," in Proc. 28th Annu. Comput. Secur. Appl. Conf., Dec. 2012, pp. 359-368.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AutoSecAI: Review 1</dc:title>
  <dc:subject>AutoSecAI: Autonomous Pull Request Analysis for Security, Vulnerability Detection, and Code Quality using Multi-Agent LLMs</dc:subject>
  <dc:creator>Batch A11</dc:creator>
  <cp:lastModifiedBy>Batch A11</cp:lastModifiedBy>
  <cp:revision>1</cp:revision>
  <dcterms:created xsi:type="dcterms:W3CDTF">2026-10-13T12:36:40Z</dcterms:created>
  <dcterms:modified xsi:type="dcterms:W3CDTF">2026-10-13T12:36:40Z</dcterms:modified>
  <cp:keywords>pull request review, vulnerability detection, source-code metrics, multi-agent, code quality</cp:keywords>
  <cp:category/>
  <dc:description/>
  <cp:contentStatus/>
</cp:coreProperties>
</file>