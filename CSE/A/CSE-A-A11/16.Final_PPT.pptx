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AutoSecAI: an autonomous pull-request reviewer for security, vulnerability detection and code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application, and the headline measurements. The ML scores are on a generated corpus, not on real pull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predicts vulnerable functions offline; AutoSecAI applies the same signal inside the pull-request workflow and adds explanation and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and [2] were read; [3] to [6] are listed in the batch survey but could not be retrieved, so no results are claimed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gap: the signal is predicted offline, and it must be applied inside the live pull-request workflow together with agentic review that explains each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corpus is generated to resemble the base paper's imbalance; the metrics are measured from the real generated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come from autosecai/artifacts/report.json and docs/measured_facts.json. Seed 7 reproduces the stored report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truth. Recall is 0.776 for both models: about a fifth of the vulnerable functions are missed by the ML model alone, which is why the rule engine runs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ablation changes the metric count and the balancing together, so their effects are confounded; the sweep shows the extra taint metrics matter. Balancing did not raise recall on this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Timings are on an i5-12500 with 15.7 GB RAM and no GPU, measured when the machine was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AutoSecAI: Autonomous Pull Request Analysis for Security, Vulnerability Detection, and Code Quality using Multi-Agent LLMs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A11 (CSE, Section A)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23K91A0553   CHEPURI RISHIVARDHAN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23K91A0539   BODA SANDEEP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23K91A0562   DHARAVATH SEETHARAM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24K95A0501   NARISIMHA REDDY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KISHORE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arrive faster than they can be reviewed by hand; security flaws such as SQL injection and XSS slip through, static analysers add many low-value warnings, and newcomers struggle to find their way around a large codebase.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AutoSecAI extracts the changed files, runs AST and taint static analysis, scores each changed function with the base paper's 14 source-code metrics, and uses seven cooperating agents to explain each finding, propose a patch that is verified by re-scanning, and issue a verdict.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codebase assistant answers natural-language questions about a repository; results export as Markdown, SARIF, JSON and CSV through a React + FastAPI web application.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XGBoost F1 0.851 (precision 0.942, recall 0.776) on 1,500 held-out functions of a generated Python corpus; rule engine F1 0.800; either detector 0.891; a full demo review takes 0.375 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pull request review, vulnerability detection, source-code metrics, multi-agent systems, code quality.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K. E. Abbasi and A. Shameli-Sendi, "Leveraging key source code metrics for predicting software vulnerabilities with machine learning," IEEE Access, vol. 14, pp. 52610-52625, 2026, doi: 10.1109/ACCESS.2026.3679930.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vulnerable C/C++ functions, and their type, from 14 source-code metrics taken from a code property graph; 21,759 functions from 10 open-source projects, 275 vulnerable.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seven feature-selection methods keep the five most useful metrics; SmoteTomek balances the classes; Min-Max scaling; nine ML models, tuned by grid search.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 Random Forest accuracy 0.96, precision 0.948, recall 0.974, F1 0.961; top metrics M5, M6, M1, M9, M11.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reading: the signal is computed offline and per function; no explanation, patch or pull-request context. The paper lists other languages than C and C++ as future work. We adopt the pipeline, reproduce it for Python and place it inside a pull-request review.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3149193"/>
                <a:gridCol w="1912010"/>
                <a:gridCol w="2024481"/>
                <a:gridCol w="191201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Abbasi and Shameli-Sendi, 2026 (base) [1]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code metrics, feature selection, SmoteTomek, 9 ML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21,759 C/C++ functions, 10 projects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F1 0.961, accuracy 0.96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C/C++ only; offline; no explanation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2026 [2]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Sphinx: structured data generation, checklist benchmark, checklist-reward training for LLM PR 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Pull-request review comments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 higher checklist coverage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text, not security rules or fixes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hybrid, 2025 [3]; AI code security auditing, 2025 [4]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hybrid detection; automated detection and remediation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in batch survey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+ meta-learning, 2025 [5]; DcodeBERT, 2024 [6]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simplification and meta-learning; BERT-style detection and repair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in batch survey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924251"/>
                <a:gridCol w="832286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vulnerable functions offline from code metrics; no per-pull-request use, explanation, patch or repository context; C/C++ only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Sphinx [2]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an LLM to write review comments; does not combine static security rules with a metric model or verify fixes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known patterns as raw warnings, many of low value, without impact, flow or a checked fix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uneven on security, and blind to the wider codebase when judging a small diff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reviewer joins rules, a metric model, explained findings, verified patches, a verdict and a repository assistant, with measured results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pull-request review does not scale with the pace of modern development.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depends on whether the reviewer happens to have security expertise.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analysers overwhelm developers with warnings that are mostly false positives.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lack the context of a large codebase when judging a small diff.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autonomous reviewer that analyses each pull request for security and quality using codebase-aware multi-agent reasoning, and whose behaviour is measured.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changed files and diff context automatically when a pull request is opened.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source-code metrics for changed files and use them to rank vulnerability likelihood.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AST-based static analysis to detect injection, access-control and validation flaws.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multiple agents covering security, code quality and maintainability concerns.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related code from the repository so review comments reflect the wider codebase.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consolidated review comments and evaluate precision against manually reviewed pull requests (not yet measured: no labelled set).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in and choose the input - the built-in demo, a pasted diff, two file versions, a GitHub PR link, or files / zip / folder.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Ingestion Agent - changed files, hunks, line ranges and languages.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Static Analysis Agent - AST + taint rules for Python (30 security rules), regex rules for JS, PHP, Java, and quality checks.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ML Risk Agent - 14 metrics per changed function -&gt; vulnerability probability, likely type, top drivers.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Security Reasoner and Remediation Agent - CWE / OWASP explanation, impact, flow; a patch kept only if a re-scan confirms it.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Quality Reviewer and Judge Agent - de-duplicate, risk score 0-100, verdict BLOCK / REQUEST_CHANGES / APPROVE.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Review, export (Markdown, SARIF, JSON, CSV), history; and a codebase assistant that answers where a feature lives.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browser, React app, FastAPI backend with the seven-agent engine, SQLite and model artefacts, optional GitHub and LLM calls</a:t>
            </a:r>
            <a:endParaRPr lang="en-US" sz="1200" dirty="0"/>
          </a:p>
        </p:txBody>
      </p:sp>
      <p:pic>
        <p:nvPicPr>
          <p:cNvPr id="9" name="System architecture" descr="System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0" y="1695450"/>
            <a:ext cx="5384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sign in, choose input, seven agents, review, export and history</a:t>
            </a:r>
            <a:endParaRPr lang="en-US" sz="12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65" y="1695450"/>
            <a:ext cx="7778044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 generated Python corpus of 6,000 functions, 501 vulnerable (8.35%): benign filler, injected flaws of eight types, look-alike safe patterns and 1% label noise. The base paper's real C/C++ data is not available.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75 / 25 stratified: 4,500 train, 1,500 test (125 vulnerable). SMOTE (k = 5) + Tomek links on the training part only: 8,232 rows.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14 AST metrics M1-M14 (M12-M14 added for taint-style flaws); seven selectors vote; k swept 5 to 14, k = 13 chosen; Min-Max scaling.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Random Forest, Decision Tree, Logistic Regression, SVM, KNN, Naive Bayes, Gradient Boosting, XGBoost, soft-voting ensemble; a Random Forest classifies the vulnerability type.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model: XGBoost (best F1). Training takes 31.7 s on a CPU.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corpus is synthetic, scores show the pipeline works; they are not evidence about real pull requests.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review_changes(): ingest, static analysis, ML risk, reasoner, remediation, quality, judge, score and verdict</a:t>
            </a:r>
            <a:endParaRPr lang="en-US" sz="1200" dirty="0"/>
          </a:p>
        </p:txBody>
      </p:sp>
      <p:pic>
        <p:nvPicPr>
          <p:cNvPr id="9" name="Algorithm flowchart" descr="Algorithm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055" y="1695450"/>
            <a:ext cx="4883888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start a review, poll the job with live agent messages, load the review, export a report</a:t>
            </a:r>
            <a:endParaRPr lang="en-US" sz="1200" dirty="0"/>
          </a:p>
        </p:txBody>
      </p:sp>
      <p:pic>
        <p:nvPicPr>
          <p:cNvPr id="9" name="Sequence diagram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910" y="1695450"/>
            <a:ext cx="525018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Entity–relationship diagram: users (app.db) and reviews with a JSON payload (history.db)</a:t>
            </a:r>
            <a:endParaRPr lang="en-US" sz="1200" dirty="0"/>
          </a:p>
        </p:txBody>
      </p:sp>
      <p:pic>
        <p:nvPicPr>
          <p:cNvPr id="9" name="ER diagram" descr="ER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072" y="1695450"/>
            <a:ext cx="6363854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024481"/>
                <a:gridCol w="922263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diffs, before/after versions, GitHub PR and repo zip, uploaded files, zip, local folder -&gt; changed files with line ranges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AST visitor with taint tracking; 30 security rules mapped to CWE and OWASP; regex rules for JS, PHP, Java; 12 quality rules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risk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metrics per function; XGBoost probability; Random Forest type; top drivers from the metric z-scores against safe code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Parameterised SQL, list-form subprocess and other rewrites applied to a copy and re-scanned; kept only when the finding is gone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= 100 (1 - exp(-W / 18)); in-diff findings drive BLOCK, REQUEST_CHANGES or APPROVE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Codebase assistant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concept scores + import / call graph with personalised PageRank; cited chunks, map and onboarding guide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+ API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FastAPI, 25 routes, bcrypt + JWT, background jobs; 17 pytest tests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and Detector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824020"/>
                <a:gridCol w="2249424"/>
                <a:gridCol w="517367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(stored model)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0.942, recall 0.776, accuracy 0.977, AUC 0.937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(base paper's choice)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0.882, recall 0.776, AUC 0.953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seven models, F1 range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0.554 - 0.793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ensemble best of them; Naive Bayes lowest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corpus seeds, mean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0.842, RF 0.814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0.006 / 0.010; headline is the best seed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engine alone,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0.926, recall 0.704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rules or ML flags,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0.902, recall 0.880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Vulnerability-type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types; deserialization F1 0.207, SQL injection 0.875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held-out functions (125 vulnerable) of a generated Python corpus; not comparable with real C/C++ code; rule scores are optimistic because the same team wrote the generator and the rules.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ROC Curves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1435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6 false alarms, 28 missed, 97 caught of 125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1435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ROC: AUC 0.937 XGBoost, 0.953 Random Forest</a:t>
            </a:r>
            <a:endParaRPr lang="en-US" sz="1200" dirty="0"/>
          </a:p>
        </p:txBody>
      </p:sp>
      <p:pic>
        <p:nvPicPr>
          <p:cNvPr id="11" name="XGBoost: 6 false alarms, 28 missed, 97 caught of 125" descr="XGBoost: 6 false alarms, 28 missed, 97 caught of 1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163040"/>
            <a:ext cx="5486400" cy="2493818"/>
          </a:xfrm>
          <a:prstGeom prst="rect">
            <a:avLst/>
          </a:prstGeom>
        </p:spPr>
      </p:pic>
      <p:pic>
        <p:nvPicPr>
          <p:cNvPr id="12" name="ROC: AUC 0.937 XGBoost, 0.953 Random Forest" descr="ROC: AUC 0.937 XGBoost, 0.953 Random Fore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445" y="1733550"/>
            <a:ext cx="402336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&amp; Ablation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1435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 k: validation F1 0.566 at k = 5, 0.786 at k = 13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1435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the paper's top-5 setting scores F1 0.645, all 14 metrics 0.847</a:t>
            </a:r>
            <a:endParaRPr lang="en-US" sz="1200" dirty="0"/>
          </a:p>
        </p:txBody>
      </p:sp>
      <p:pic>
        <p:nvPicPr>
          <p:cNvPr id="11" name="Feature count k: validation F1 0.566 at k = 5, 0.786 at k = 13" descr="Feature count k: validation F1 0.566 at k = 5, 0.786 at k =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784349"/>
            <a:ext cx="5486400" cy="3251200"/>
          </a:xfrm>
          <a:prstGeom prst="rect">
            <a:avLst/>
          </a:prstGeom>
        </p:spPr>
      </p:pic>
      <p:pic>
        <p:nvPicPr>
          <p:cNvPr id="12" name="Random Forest: the paper's top-5 setting scores F1 0.645, all 14 metrics 0.847" descr="Random Forest: the paper's top-5 setting scores F1 0.645, all 14 metrics 0.8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52625"/>
            <a:ext cx="54864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699308"/>
                <a:gridCol w="854781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review of the demo PR (20 runs)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0.375 s, p95 0.471 s; ML Risk Agent 0.3015 s, Remediation 0.0625 s, Static 0.008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engine 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 ms per 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latency (localhost)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1.2 ms, review list 3.2 ms, lab analyse 5.2 ms, login 60 ms (bcrypt), demo review job to done 436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Codebase 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of 12 questions put the right file first, 11 of 12 in the top 3; index 14 ms, answer 2 ms (small demo repo)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pytest tests pass (10 engine, 7 API); 16 of 16 API smoke checks; 22 of 22 browser flows, 0 console 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TypeScript + Vite build passes; no horizontal overflow at 360 and 768 px, light and dark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on real reviewed PRs, other scanners, LLM text mode, real GitHub PR fetch, load, user 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349654"/>
                <a:gridCol w="2249424"/>
                <a:gridCol w="2249424"/>
                <a:gridCol w="1912010"/>
                <a:gridCol w="1912010"/>
                <a:gridCol w="15745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21,759 C/C++ functions, 10 real projects, 275 vulnerable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metrics, selectors, SmoteTomek, 9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or not;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F1 0.961, accuracy 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Sphinx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Pull-request review comments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trained with checklist rewards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comments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 higher checklist 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AutoSecAI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Python corpus: 6,000 functions, 501 vulnerable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/ taint rules + 14-metric XGBoost + 7 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Verdict, explained findings, verified patches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F1 0.851; rules 0.800; either 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Codebase assistant, exports, web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language, data origin and class balance: the scores are not comparable and we do not claim to beat the paper's F1 of 0.961. The comparison is of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Review Verdict and Findings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risk 99, 15 security findings, 7 verified auto-fixes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CWE, explanation, impact and fix</a:t>
            </a:r>
            <a:endParaRPr lang="en-US" sz="1200" dirty="0"/>
          </a:p>
        </p:txBody>
      </p:sp>
      <p:pic>
        <p:nvPicPr>
          <p:cNvPr id="11" name="BLOCK: risk 99, 15 security findings, 7 verified auto-fixes" descr="BLOCK: risk 99, 15 security findings, 7 verified auto-fix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8" y="1676400"/>
            <a:ext cx="5014912" cy="3857625"/>
          </a:xfrm>
          <a:prstGeom prst="rect">
            <a:avLst/>
          </a:prstGeom>
        </p:spPr>
      </p:pic>
      <p:pic>
        <p:nvPicPr>
          <p:cNvPr id="12" name="Findings with CWE, explanation, impact and fix" descr="Findings with CWE, explanation, impact and fi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682627"/>
            <a:ext cx="5486400" cy="38451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Function Risk and Agent Trace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per changed function with the metrics that drive it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what each of the seven agents did</a:t>
            </a:r>
            <a:endParaRPr lang="en-US" sz="1200" dirty="0"/>
          </a:p>
        </p:txBody>
      </p:sp>
      <p:pic>
        <p:nvPicPr>
          <p:cNvPr id="11" name="ML risk per changed function with the metrics that drive it" descr="ML risk per changed function with the metrics that drive 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682627"/>
            <a:ext cx="5486400" cy="3845169"/>
          </a:xfrm>
          <a:prstGeom prst="rect">
            <a:avLst/>
          </a:prstGeom>
        </p:spPr>
      </p:pic>
      <p:pic>
        <p:nvPicPr>
          <p:cNvPr id="12" name="Audit trail: what each of the seven agents did" descr="Audit trail: what each of the seven agents d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682627"/>
            <a:ext cx="5486400" cy="38451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Codebase Assistant and Model Lab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authentication mechanism implemented?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591175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Lab: base-paper reproduction, ROC and confusion matrix</a:t>
            </a:r>
            <a:endParaRPr lang="en-US" sz="1200" dirty="0"/>
          </a:p>
        </p:txBody>
      </p:sp>
      <p:pic>
        <p:nvPicPr>
          <p:cNvPr id="11" name="Where is the authentication mechanism implemented?" descr="Where is the authentication mechanism implemented?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752966"/>
            <a:ext cx="5486400" cy="3704492"/>
          </a:xfrm>
          <a:prstGeom prst="rect">
            <a:avLst/>
          </a:prstGeom>
        </p:spPr>
      </p:pic>
      <p:pic>
        <p:nvPicPr>
          <p:cNvPr id="12" name="Model Lab: base-paper reproduction, ROC and confusion matrix" descr="Model Lab: base-paper reproduction, ROC and confusion matri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3668" y="1676400"/>
            <a:ext cx="5014912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AutoSecAI: a seven-agent pull-request reviewer that explains findings, offers verified patches and gives a verdict, plus a repository assistant and a web application.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XGBoost model F1 0.851 on 1,500 held-out functions of a generated corpus (five-seed mean 0.842); rule engine 0.800; either detector 0.891.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demo review runs in 0.375 s; the demo PR scores 99/100 and BLOCK with 7 of 7 patches verified; 17 pytest tests, 16 API checks and 22 browser flows pass.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synthetic training data; Python-only deep analysis; no labelled real-PR benchmark; no comparison with other scanners; LLM text mode and real GitHub fetch untested; reviews are not scoped to a user.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manually reviewed pull requests and measure the precision and recall of each agent against them.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labelled vulnerable Python code; compare with Bandit, Semgrep or CodeQL on the same code.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AST and taint analysis beyond Python; post comments back to GitHub automatically.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optional LLM explanation mode; add a vector-embedding retriever to the codebase assistant.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review history, a hosted database, rate limiting, load testing and a user study.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B. K. E. Abbasi and A. Shameli-Sendi, "Leveraging key source code metrics for predicting software vulnerabilities with machine learning," IEEE Access, vol. 14, pp. 52610-52625, 2026, doi: 10.1109/ACCESS.2026.3679930.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Zhang, S. Zhang, Z. Jin, J. Luo, S. Fu and E. Nallipogu, "Sphinx: Benchmarking and modeling for LLM-driven pull request review," arXiv:2601.04252, Jan. 2026.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"Enhancing software security with CNN-LSTM hybrid model: Vulnerability detection," 2025 (listed in the batch literature survey; not independently retrieved).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"Real-time AI code security auditing: Automated vulnerability detection and remediation through meta-experimental analysis," 2025 (listed in the batch literature survey; not independently retrieved).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"Improving software security: A multi-modal framework for vulnerability detection using code simplification and meta-learning," 2025 (listed in the batch literature survey; not independently retrieved).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"Advancing software security: DcodeBERT for automatic vulnerability detection and repair," 2024 (listed in the batch literature survey; not independently retrieved).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H. Shahriar and M. Zulkernine, "Mitigating program security vulnerabilities: Approaches and challenges," ACM Comput. Surv., vol. 44, no. 3, pp. 1-46, Jun. 2012.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Y. Shin and L. Williams, "Can traditional fault prediction models be used for vulnerability prediction?" Empirical Softw. Eng., vol. 18, no. 1, pp. 25-59, Feb. 2013.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B. Chernis and R. Verma, "Machine learning methods for software vulnerability detection," in Proc. 4th ACM Int. Workshop Secur. Privacy Anal., Mar. 2018, pp. 31-39.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F. Yamaguchi, M. Lottmann and K. Rieck, "Generalized vulnerability extrapolation using abstract syntax trees," in Proc. 28th Annu. Comput. Secur. Appl. Conf., Dec. 2012, pp. 359-368.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R. Russell et al., "Automated vulnerability detection in source code using deep representation learning," in Proc. 17th IEEE Int. Conf. Mach. Learn. Appl. (ICMLA), Dec. 2018, pp. 757-762.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Z. Li, D. Zou, S. Xu, X. Ou, H. Jin, S. Wang, Z. Deng and Y. Zhong, "VulDeePecker: A deep learning-based system for vulnerability detection," arXiv:1801.01681, 2018.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A11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AutoSecAI: Final Review</dc:title>
  <dc:subject>AutoSecAI: Autonomous Pull Request Analysis for Security, Vulnerability Detection, and Code Quality using Multi-Agent LLMs</dc:subject>
  <dc:creator>Batch A11</dc:creator>
  <cp:lastModifiedBy>Batch A11</cp:lastModifiedBy>
  <cp:revision>1</cp:revision>
  <dcterms:created xsi:type="dcterms:W3CDTF">2026-10-07T05:03:03Z</dcterms:created>
  <dcterms:modified xsi:type="dcterms:W3CDTF">2026-10-07T05:03:03Z</dcterms:modified>
  <cp:keywords>pull request review, vulnerability detection, source-code metrics, multi-agent, code quality</cp:keywords>
  <cp:category/>
  <dc:description/>
  <cp:contentStatus/>
</cp:coreProperties>
</file>