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 DHANUSH	23K91A0501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ALE VIJAYALAXMI	23K91A0508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BURRI MALLIKARJUN	23K91A0549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ATRAGADA NAGATRIMURTHULU	23K91A0517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RAGHAVENDRA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400" b="1" dirty="0">
                <a:solidFill>
                  <a:srgbClr val="C0504D"/>
                </a:solidFill>
                <a:latin typeface="Times New Roman" pitchFamily="18" charset="0"/>
              </a:rPr>
              <a:t>Adaptive Learning Intelligence Platform Using Educational Document Analysis and Personalized Learning Analytics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rapid growth of digital educational resources has created challenges for students in organizing study materials, understanding academic concepts.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learning platforms provide access to content but often lack personalized guidance based on a student's academic profile, interests, and performance.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an Adaptive Learning Intelligence Platform that integrates educational document analysis, personalized learning assistance.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enables students to upload academic resources such as timetables, syllabi, lecture notes, important questions, and study materials.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platform automatically extracts subjects, units, topics, and learning objectives from uploaded documents and organizes them into a structured knowledge repository.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"SAC-RAG: Semantic Adaptive Context Compression for Retrieval-Augmented Generation"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10.1109/access.2026.3718025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work applies RAG to general question answering and context compression. None of the surveyed systems combines document ingestion, syllabus-grounded tutoring and progress analytics for a student's own curriculum.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student handles scattered PDFs, syllabi, lecture notes and question banks across six to eight subjects every semester.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Conventional e-learning portals store these files but do not understand what is inside them.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Large Language Models explain concepts well, but hallucinate when they are not grounded in a trusted source.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Retrieval-Augmented Generation retrieves the relevant passage first and generates the answer only from it.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Semantic context compression keeps retrieval accurate while staying within the model context limit.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unites document analysis, grounded RAG answering and learning analytics in one academic platform.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SAC-RAG: Semantic Adaptive Context Compression for Retrieval-Augmented Generation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Optimizing Retrieval-Augmented Generation of Medical Content for Spaced Repetition Learning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Proceedings of the 17th International Conference on Computer Supported Education,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Automatic Teaching Platform on Vision Language Retrieval Augmented Generation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 IEEE Integrated STEM Education Conference (ISEC),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Democratizing Financial Education: An API-Driven Platform Powered by Retrieval-Augmented Generation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 International Conference on Education Technology and Computers (ICETC),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Student-designed educational resources for Lean: exploring ChatGPT and Retrieval-Augmented Generation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ZDM – Mathematics Education,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a document ingestion module that parses syllabi, lecture notes and question banks and extracts subjects, units and topics.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Store the extracted content as vector embeddings so the material can be searched semantically rather than by keyword.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Implement a RAG question-answering engine that answers strictly from the uploaded material and cites the source.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Apply semantic context compression so retrieval stays accurate without exceeding the model context window.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Generate personalised study roadmaps and revision schedules from topic coverage and performance.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Present curriculum coverage, study velocity and engagement metrics on an interactive dashboard.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Learning platforms store academic files but never extract the units, topics or learning objectives inside them.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Recommendations are identical for every learner and ignore prior performance and study behaviour.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General purpose chatbots answer from public internet data rather than the student's own prescribed syllabus.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Students have no single view of what has been studied, what remains, and how well each topic is understood.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platform that ingests a student's own academic documents, answers strictly from them with citations, and adapts the study plan to measured topic mastery.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