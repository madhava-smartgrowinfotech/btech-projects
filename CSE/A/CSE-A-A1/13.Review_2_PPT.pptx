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Chunks per subject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Data Structures</c:v>
                </c:pt>
                <c:pt idx="1">
                  <c:v>Operating</c:v>
                </c:pt>
                <c:pt idx="2">
                  <c:v>Database</c:v>
                </c:pt>
                <c:pt idx="3">
                  <c:v>Networks</c:v>
                </c:pt>
                <c:pt idx="4">
                  <c:v>Machine Learning</c:v>
                </c:pt>
                <c:pt idx="5">
                  <c:v>Algorithms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</c:v>
                </c:pt>
                <c:pt idx="1">
                  <c:v>112</c:v>
                </c:pt>
                <c:pt idx="2">
                  <c:v>104</c:v>
                </c:pt>
                <c:pt idx="3">
                  <c:v>118</c:v>
                </c:pt>
                <c:pt idx="4">
                  <c:v>123</c:v>
                </c:pt>
                <c:pt idx="5">
                  <c:v>114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platform is designed and built: data, algorithms, what is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1: the gap between file storage and understanding, our working system, and what the base paper adds beyond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FastAPI layer imports the original Flask project's modules, so both interfaces use the same retrieval and quiz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workflow is also drawn as a diagram in the report. Nothing is trained: the retriever fits a TF-IDF vocabulary on the user's own chunks after every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upfront: this is a notes-style corpus built for measurement, not data from real students. The gold evidence strings are verified to occur exactly once in the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Heading detection is regex based. On a five-unit test syllabus, formats Unit 1:, Unit 1 - and Chapter 1: found 5 of 5; UNIT-I, Unit I:, Module 1: and 1. found 0 of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SAC-RAG classifies the question with an LLM and uses BM25 plus dense retrieval and an LLM compressor [1]. We use none of these: retrieval is lexical and compression is sentence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product has no training stage. Experiments fix seeds (quiz seeds 0 to 29) and the evidence strings, so every table can be regenerated with scripts/run_experiments.py.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flowchart of RAGEngine.generate_answer. The abstention gap is a measured weakness reported in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flow. The Python modules are the original project code; the FastAPI layer and the React front end are the new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quiz_results keeps subject and topic as text, so the roadmap survives deleting a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Python 3.11.9 on Windows 11. run.bat creates the virtual environment, installs packages and starts both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 are the missing semantic retrieval and compression stages of the base paper, and the missing relevance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Bootstrap 95 percent intervals are wide with 72 questions (Hit@4 0.69 to 0.88), so only the larger gaps matter: BM25 over TF-IDF at Hit@1 and the hybrid being best. The comparison with SAC-RAG is of the trade-off, not of the numbers: different data and no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running application captured with Playwright. The quiz answers behind the dashboard were scripted to simulate a student with different mastery per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84 tests: 45 API, 15 text extraction, 11 security, 9 retrieval, 4 quiz. Latency measured on 127.0.0.1 with one user; quiz submit showed 1 to 2 second outliers on 1 or 2 of 30 calls, cause not isolated.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led to a concrete change in the measurement setup or in how results are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 and beyond; items 1 and 2 close the largest gaps to the base paper and to the stated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Wikipedia text; why not embeddings in the product; how answers stay grounded; what is missing against SAC-RAG.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Intelligence Platform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Learning Intelligence Platform Using Educational Document Analysis and Personalized Learning Analytics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 TF-IDF retrieval-augmented study assistant with quizzes and an adaptive roadmap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Dhanush  23K91A0501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Ale Vijayalaxmi  23K91A0508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Burri Mallikarjun  23K91A0549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Atragada Nagatrimurthulu  23K91A0517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Raghavendra,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A1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algorithms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Experiment configuration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Students keep syllabi, notes and question banks as scattered files. Portals store them without reading them, and a general chatbot answers from the internet, not from the student's own syllabus.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Upload PDF, DOCX or TXT, extract subjects and topics, answer questions only from the uploaded text with the source passage shown, generate quizzes, and turn quiz accuracy into a ranked study roadmap.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SAC-RAG [1] routes questions by type, retrieves with BM25 plus dense vectors and compresses the context with an LLM (38 to 58 percent fewer tokens). We build the retrieve-then-answer core and measure how far it 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1269"/>
            <a:ext cx="6949440" cy="49041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71600"/>
            <a:ext cx="38404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Layers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Presentation: React 19 app (port 5301) and the original Flask pages (port 5000).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Application: FastAPI (port 8301), 14 endpoints, signed session cookie, CORS for the front end only.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Core: text extraction, a per-user TF-IDF index (RAGEngine) and the quiz generator, shared by both interfaces.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Storage: SQLite with 5 tables and the uploaded files; Claude is optional and used only if a key is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Upload PDF / DOCX / TXT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Extract and clean text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Chunk 180 / 30 words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Subject, unit and topic hints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Store in SQLite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TF-IDF index per user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Retrieve top 4, answer with sources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834640"/>
            <a:ext cx="3520440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One shared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6616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Flask pages and the React front end call the same functions, so the answers, quizzes and roadmap behave identically in both.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834640"/>
            <a:ext cx="3520440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Grounded by construction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56616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extractive answer is made of sentences copied from the retrieved chunks, and every answer lists the file, passage and match score.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834640"/>
            <a:ext cx="3520440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Measured, not assumed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56616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72 questions over 672 chunks compare seven retrievers; scripts regenerate every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data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Wikipedia articles in 6 subjects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100,444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words of notes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672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chunks of 180 words (30 overlap)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hand-written questions (+12 off-topic)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697480"/>
          <a:ext cx="5120640" cy="356616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943600" y="2743200"/>
            <a:ext cx="566928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No real student documents were available</a:t>
            </a:r>
            <a:r>
              <a:rPr sz="1500" b="0" i="0">
                <a:solidFill>
                  <a:srgbClr val="0F172A"/>
                </a:solidFill>
              </a:rPr>
              <a:t>, so each subject file is built from six English Wikipedia articles (CC BY-SA 4.0, pinned revisions) in the Subject / Unit layout the analyser reads.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72 questions, 24 each of fact, definition and reasoning (the question types of [1]). The gold evidence is a sentence copied from the text; a chunk is a hit if it contains it.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12 off-topic questions test whether the system refuses.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bundled 619-word demo notes were used for the screenshots.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analysis and preprocessing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Extract and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PDF pages with pypdf, DOCX paragraphs with python-docx, TXT as UTF-8. Spaces and blank lines are collapsed. Table text in DOCX and scanned PDFs without a text layer give nothing.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Chunk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Word windows of 180 words with a 30-word overlap, so a sentence cut at a boundary survives in the next chunk. The 619-word demo file gives 4 chunks; the corpus gives 672.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Subjects, units and topics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Regular expressions read Subject, Course, Unit n and Chapter n lines (36 of 36 unit headings found in the corpus); TF-IDF keywords fill up to 12 topics. UNIT-I, Module 1 and numbered headings are missed (0 of 5).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475569"/>
                </a:solidFill>
              </a:rPr>
              <a:t>Result of the analysis: a document row with subject and topics, and the chunk rows that form the knowledge repository.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813816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603504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Algorithm and parameters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TF-IDF with unigrams and bigrams, English stop words, cosine similarity, top 4 chunks with score above 0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Extractive 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split chunks into sentences, TF-IDF rank against the question, keep the top 4 with score above 0, join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Optional LLM 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Claude receives the question and chunks, told to answer only from them; any error falls back to the extractive 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Quiz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top 40 TF-IDF terms; blank the first whole-word occurrence in a shuffled sentence; 3 other terms as options; 5 questions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Roadmap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accuracy per topic: High below 50 percent, Medium below 80, otherwise Low; sorted by priority then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9052560" y="1280160"/>
            <a:ext cx="25877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052560" y="1280160"/>
            <a:ext cx="73152" cy="1325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53728" y="1371600"/>
            <a:ext cx="23134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049170"/>
            <a:ext cx="23134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trained parameters in the shipped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743200"/>
            <a:ext cx="25877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052560" y="2743200"/>
            <a:ext cx="73152" cy="13258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53728" y="2834640"/>
            <a:ext cx="23134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F172A"/>
                </a:solidFill>
              </a:rPr>
              <a:t>1-2 grams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3512210"/>
            <a:ext cx="23134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TF-IDF vocabulary fitted per user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4206240"/>
            <a:ext cx="25877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052560" y="4206240"/>
            <a:ext cx="73152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253728" y="4297679"/>
            <a:ext cx="23134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F172A"/>
                </a:solidFill>
              </a:rPr>
              <a:t>CPU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975250"/>
            <a:ext cx="23134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197 ms to index 672 chunks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configuration (nothing is trained)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72237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548640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Corpus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6 subject files, 36 articles, 100,444 words, 672 chunks (180 / 30)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Questions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72 hand-written: 24 fact, 24 definition, 24 reasoning; 12 off-topic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Hit@k (evidence inside top-k chunks), MRR@10, answer-key recall, words removed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Retrievers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7: shipped TF-IDF, unigram, BM25 [6], LSA [8], BM25 + LSA, dense BGE-small [9], BM25 + dense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Quiz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30 seeds x 6 files x 5 questions = 900; 30 reviewed by hand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Intel Core i5-12500 (6 cores, 12 threads), 15.7 GB, no GPU; Python 3.11.9, scikit-learn 1.5.1 [16]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fig_chunk_siz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79" y="1450618"/>
            <a:ext cx="3657600" cy="194508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3657600"/>
            <a:ext cx="36576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Chunk size trade-off for the shipped retriever: Hit@4 rises from 0.611 (60 words) to 0.792 (180, shipped) and 0.847 (300), but larger chunks carry more words per hit.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2_flowchart_ra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578" y="1188720"/>
            <a:ext cx="4213003" cy="51206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1371600"/>
            <a:ext cx="59436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Refuse only if nothing overlaps.</a:t>
            </a:r>
            <a:r>
              <a:rPr sz="1700" b="0" i="0">
                <a:solidFill>
                  <a:srgbClr val="0F172A"/>
                </a:solidFill>
              </a:rPr>
              <a:t> An empty question is rejected; a question with no shared term gets 'No relevant content found'.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No relevance threshold.</a:t>
            </a:r>
            <a:r>
              <a:rPr sz="1700" b="0" i="0">
                <a:solidFill>
                  <a:srgbClr val="0F172A"/>
                </a:solidFill>
              </a:rPr>
              <a:t> 9 of 12 off-topic questions still received an answer; a threshold near 0.12 to 0.15 would refuse 75 to 83 percent of them.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LLM is optional.</a:t>
            </a:r>
            <a:r>
              <a:rPr sz="1700" b="0" i="0">
                <a:solidFill>
                  <a:srgbClr val="0F172A"/>
                </a:solidFill>
              </a:rPr>
              <a:t> With a key the answer comes from Claude, with a context-only instruction; otherwise (or on any error) the extractive answer is used.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Roadmap priority.</a:t>
            </a:r>
            <a:r>
              <a:rPr sz="1700" b="0" i="0">
                <a:solidFill>
                  <a:srgbClr val="0F172A"/>
                </a:solidFill>
              </a:rPr>
              <a:t> Below 50 percent High, below 80 percent Medium, else 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9778"/>
            <a:ext cx="5669280" cy="4598522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92240" y="1371600"/>
          <a:ext cx="5148072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77063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utils/text_extraction.py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extract, clean, chunk, topics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utils/rag_engine.py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TF-IDF index, retrieve, 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utils/quiz_generator.py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cloze quiz questions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db.py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SQLite schema, 5 tables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backend/main.py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14 FastAPI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app.py + templates/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original Flask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frontend/src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React pages and charts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11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39" y="1360431"/>
            <a:ext cx="5486400" cy="4411456"/>
          </a:xfrm>
          <a:prstGeom prst="rect">
            <a:avLst/>
          </a:prstGeom>
        </p:spPr>
      </p:pic>
      <p:pic>
        <p:nvPicPr>
          <p:cNvPr id="27" name="Picture 26" descr="07_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510" y="1234440"/>
            <a:ext cx="5363779" cy="4663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SQLite with five tables (users, documents, chunks, queries, quiz_results), foreign keys with cascade delete; the uploaded files live on disk under uploads/&lt;user&gt;/.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Retrieval and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scikit-learn 1.5.1 (TF-IDF, cosine), NumPy 1.26.4, pypdf 4.3.1, python-docx 1.1.2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FastAPI 0.115.0, Uvicorn 0.30.6, Pydantic, Starlette sessions (port 8301)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Original UI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Flask 3.0.3, Jinja templates, Bootstrap (port 5000)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19, TypeScript, Vite 8.3, Tailwind 4, TanStack Query, Recharts, framer-motion (port 5301)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Storage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SQLite (5 tables) and uploaded files on disk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Optional generation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Anthropic API (Claude), only when ANTHROPIC_API_KEY is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pytest (84 tests), API smoke test, Playwright for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1280160"/>
                <a:gridCol w="46908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Upload, extraction, chunking, subject and topic hints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36 of 36 unit headings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TF-IDF retrieval, extractive answer with sources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Hit@4 0.792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Quiz, grading, roadmap, dashboard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900 of 900 questions generated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FastAPI (14 endpoints) and React interface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24 of 24 smoke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Claude answer mode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measured, no API key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Dense embeddings, question-type routing, LLM compression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SAC-RAG features absent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Relevance threshold, revision schedule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9 of 12 off-topic answered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retrieval and compression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0.792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Hit@4, shipped TF-IDF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Hit@4, BM25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0.889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Hit@4, BM25 + dense (best)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87.5%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words removed by sentence selection</a:t>
            </a:r>
          </a:p>
        </p:txBody>
      </p:sp>
      <p:pic>
        <p:nvPicPr>
          <p:cNvPr id="42" name="Picture 41" descr="fig_retrieval_metho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2697480"/>
            <a:ext cx="6371539" cy="356616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772400" y="2697480"/>
            <a:ext cx="3867912" cy="3566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97356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285292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3566160"/>
            <a:ext cx="346557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72 questions, 672 chunks. The shipped retriever finds the evidence at rank 1 in 40% of questions. Sentence selection cuts 720 words to about 90 but answer-key recall falls from 0.861 to 0.667. SAC-RAG reports 38 to 58 percent fewer tokens for 1 to 2 points of EM on other data [1].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9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0150"/>
            <a:ext cx="6766560" cy="42291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07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9291"/>
            <a:ext cx="4050791" cy="253174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13_road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841051"/>
            <a:ext cx="4050791" cy="253174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48640" y="553212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Ask your notes: 'What is a deadlock?' answered from 02_Operating_Systems.txt, passage 8 (match 0.46), offline extractive mode. Right: dashboard with subject accuracy and the study roadmap. Real application, five uploaded documents.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84 / 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24 / 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API smoke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30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POST /api/ask (672 chunks)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23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quiz generation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88920"/>
          <a:ext cx="11091672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60527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9 of 12 off-topic questions still get an 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Add a relevance threshold (0.12 to 0.15)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Definition questions: key in the chunks 0.917, in the answer 0.500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Rank sentences for definitions, not word overlap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Quiz answer still visible in the question stem in 18.2% of questions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Blank every occurrence of the term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Two uploads with one file name share one file on disk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Store files under unique names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663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No real student documents or ground truth to measure against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Built a 36-article corpus and 72 questions with verifiable evidence strings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Lexical retrieval misses paraphrases (Hit@1 0.403)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Measured BM25, LSA, dense and hybrid retrievers as reference points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Math markup in the Wikipedia text polluted topics and chunks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Stripped it and regenerated the corpus from pinned revisions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Roadmap topics are single keywords, some generic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Reported; unit headings as topics 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Timings fluctuate on a shared PC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Medians of repeated runs, two API runs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5176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Retrieve better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4942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Add BM25 and a dense model in a hybrid (Hit@4 0.889 in our test) and route questions by type as in [1][11].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463040"/>
            <a:ext cx="265176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Stay grounded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331720"/>
            <a:ext cx="224942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Add a relevance threshold, measure the Claude answer mode and improve sentence choice for definitions.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5176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Better practice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331720"/>
            <a:ext cx="224942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Blank all term occurrences, use unit headings as roadmap topics, add knowledge tracing [17].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463040"/>
            <a:ext cx="265176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53728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Validate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331720"/>
            <a:ext cx="224942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Test with real student syllabi in several heading styles and run a small user study.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ptive Learning">
  <a:themeElements>
    <a:clrScheme name="Adaptive Learning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Adaptive Learn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daptive Learni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Learning Intelligence Platform Using Educational Document Analysis and Personalized Learning Analytics: Review 2</dc:title>
  <dc:subject>Batch A1 (CSE-A)</dc:subject>
  <dc:creator>A Dhanush, Ale Vijayalaxmi, Burri Mallikarjun, Atragada Nagatrimurthulu</dc:creator>
  <cp:lastModifiedBy/>
  <cp:revision>1</cp:revision>
  <dcterms:created xsi:type="dcterms:W3CDTF">2026-10-13T12:40:05Z</dcterms:created>
  <dcterms:modified xsi:type="dcterms:W3CDTF">2026-10-13T12:40:05Z</dcterms:modified>
  <cp:keywords>adaptive learning, retrieval-augmented generation, TF-IDF, learning analytics, educational document analysis</cp:keywords>
  <dc:description/>
</cp:coreProperties>
</file>