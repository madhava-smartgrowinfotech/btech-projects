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ADEPU MEENAKSHI	23K91A0503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AYILA SHANMUKHA SAI	23K91A0521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CHEKKA CHANDRASHEKHAR	23K91A0552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AVULA SREEYA	23K91A0519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SHIRISHA REDDY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400" b="1" dirty="0">
                <a:solidFill>
                  <a:srgbClr val="C0504D"/>
                </a:solidFill>
                <a:latin typeface="Times New Roman" pitchFamily="18" charset="0"/>
              </a:rPr>
              <a:t>ResQAI: AI-Based Accident Detection, Severity Assessment and Intelligent Emergency Response System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Road accidents can result in serious injuries and loss of life, especially when victims are unable to call for help.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proposes ResQAI, an AI-based mobile application that automatically detects possible accidents using smartphone sensors such as the accelerometer, gyroscope.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uses Machine Learning techniques to identify accident-like events and predict their severity.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When a serious accident is detected, the system obtains the accident location, provides emergency response information, and suggests a suitable nearby hospital.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confirmation mechanism is also included to reduce false emergency alerts.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"Multi-Task FT-Transformer: A High-Performance and Interpretable Framework for Traffic Accident Severity Prediction"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10.1109/access.2026.3658687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predicts accident severity from recorded datasets after the event. None of it closes the loop from live sensing through severity grading to automated hospital dispatch.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Road accidents remain a leading cause of preventable death, and delay in response directly increases fatality.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first hour after a crash, the golden hour, decides survival in most severe cases.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Victims are often unable to call for help, so an accident on a quiet stretch may go unreported for a long time.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Modern smartphones already carry accelerometers, gyroscopes and GPS, making them low-cost crash sensors.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Machine learning separates a genuine collision from a pothole or hard braking using motion signatures.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Severity assessment lets the system decide what level of medical response is actually required.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Multi-Task FT-Transformer: A High-Performance and Interpretable Framework for Traffic Accident Severity.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Machine Learning-Based Prediction of Road Accident Severity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of Research Publication and Reviews,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Advancing Road Safety: Road Accident Severity Prediction Using Deep Learning Models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2024 IEEE 27th International Conference on Intelligent Transportation Systems (ITSC),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Avoiding Road Accidents by Improving Accident Severity Prediction Rates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2024 IEEE 21st India Council International Conference (INDICON),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A Comprehensive Review of Machine Learning and Explainable AI Approaches for Road Accident Severity.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Iconic Research and Engineering Journals, 2026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Collect and preprocess smartphone accelerometer, gyroscope, speed and GPS data for normal driving and collision events.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Train a classifier that distinguishes genuine accidents from potholes, speed breakers and hard braking.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Build a severity model that grades an impact as minor, moderate or severe.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Use GPS to locate the crash and identify a suitable nearby hospital.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Dispatch an automated alert carrying location and severity to emergency contacts and medical services.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detection accuracy, false alarm rate and end-to-end alert latency.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Accidents on remote stretches often go unreported until a passer-by intervenes.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Existing crash detection reports only that an impact occurred, with no indication of how serious it is.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Without severity information, responders cannot prioritise between a minor scrape and a critical collision.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Dedicated in-vehicle crash hardware is costly and absent from most two-wheelers and older cars.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smartphone-based system that detects a crash, grades its severity, and dispatches a located, prioritised alert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