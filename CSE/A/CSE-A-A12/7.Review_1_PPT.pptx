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CHOUDAM AKSHITHA	23K91A0556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BOGGULA SATVIK KUMAR	23K91A0541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ARUTLA ABHI THEJ REDDY	23K91A0515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DUGGARAJU LIKHITHA	23K91A0565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V. MEENAKSHI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800" b="1" dirty="0">
                <a:solidFill>
                  <a:srgbClr val="C0504D"/>
                </a:solidFill>
                <a:latin typeface="Times New Roman" pitchFamily="18" charset="0"/>
              </a:rPr>
              <a:t>Pneumonia Detection Using Deep Learning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Pneumonia still is one of the biggest killers globally and especially for the vulnerable population groups.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Traditional methods of diagnosis still take a lot of time, hence delaying important treatments while in the process; they can also be inaccurate.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There is an enormous capability for advanced artificial intelligence surveillance that can bring about dramatically improved diagnosis of pneumonia through assessing X-ray.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However, previous literature shows that this remains a difficult task, which is why such an approach is needed.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includes training with different data, as well as the differentiation of viral and bacterial pneumonia, normalization, and augmentation methods.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"From Pneumonia to Multi-Disease: Interpretable and Uncertainty-Aware Semi-Supervised Learning Strategies for Chest X-Ray Classification"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10.1109/access.2026.3722370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reports classification accuracy on public datasets. The gap is combining segmentation, calibrated uncertainty and visual explanation into a single deployable diagnostic aid.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Pneumonia remains a leading cause of death, particularly among children and the elderly.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Diagnosis depends on a radiologist reading chest X-rays, and radiologists are scarce.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Manual reading is slow and agreement between observers varies.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Convolutional Neural Networks now match expert performance on several chest X-ray benchmarks.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Lung segmentation focuses the model on the relevant region and improves reliability.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Heatmap visualisation shows which region drove the prediction, which is essential for clinical trust.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1. From Pneumonia to Multi-Disease: Interpretable and Uncertainty-Aware Semi-Supervised Learning Strategies.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2. Pneumonia Detection from Chest X-ray Images Using Convolutional Neural Networks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3. PseudoColorViT-CXR: Colormap-Enhanced Vision Transformers for Tuberculosis and Pneumonia Detection from.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4. PNEUMONIA DETECTION USING CHEST X-RAY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International Scientific Journal of Engineering and Management,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5. Reproducibility and external threshold-transfer audit of transfer-learning CNNs for pediatric chest.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2026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Acquire and preprocess a chest X-ray dataset with consistent resizing, normalisation and augmentation.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Apply U-Net based lung segmentation to isolate the region of interest before classification.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Train a CNN classifier to distinguish pneumonia-positive from normal chest X-rays.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Evaluate using accuracy, sensitivity, specificity, F1-score and a confusion matrix.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Generate heatmap visualisations so each prediction can be verified against the image.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Deploy the model behind an interface that returns the prediction with its confidence and heatmap.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Radiologist shortage delays diagnosis in exactly the settings where pneumonia is most dangerous.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Manual X-ray interpretation is subject to fatigue and inter-observer variation.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Most published classifiers report accuracy alone and give no visual justification.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black-box prediction cannot be accepted into a clinical workflow without explanation.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an accurate pneumonia classifier that segments the lung region and explains every prediction visually.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