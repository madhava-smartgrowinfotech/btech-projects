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Best LLM
configurations</c:v>
                </c:pt>
                <c:pt idx="1">
                  <c:v>Weaker
configuration A</c:v>
                </c:pt>
                <c:pt idx="2">
                  <c:v>Weaker
configuration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0.63</c:v>
                </c:pt>
                <c:pt idx="2">
                  <c:v>0.44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title. One sentence: AI agents propose how power should be routed on a small feeder, and a rule-based shield checks every proposal against the physics before anything is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This review is about why the problem matters and what is missing in current work, not yet about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sentences: the problem, the idea, the deliverable. Stress that the shield is ordinary code, not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citation. We keep the idea of role-based agents and scenario-based evaluation, and add what the paper lists as open: a language-model proposer, an independent safety layer, explanations and a tamper-evident record. The last sentence on the slide is our reading of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papers were read in full: the base paper, Grid-Agent and the MCP position paper. The four conference and review items come from the batch survey; we did not read their full text, so the table says so instead of guessing their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chart reports the success rates given in the Grid-Agent paper: the best configurations reach 100 %, weaker ones 63 % and 44 %. They are another group's results on other networks. We use them only to motivate a model-independent safety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families of existing work: fixed-rule agents and language-model agents with a sandbox. Neither separates the safety rules from the decision maker.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limitations that map to design decisions later: a separate shield, validation before execution, a structured explanation and an evaluation with a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survey states the gap as combining agentic planning with formal safety shielding and operator-facing explanations. The five rows break that into testable pieces.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statement slowly. Three parts: agents propose, only safe set-points execute, and everything is explained and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objectives from the batch proposal. Outcomes against each are reported in the final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stages plus the platform around them. The language-model provider is pluggable; a deterministic mock is used for reproducible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diagram left to right: dashboard, API, simulation and safety core, data. The red box is the shield; the orange box is the untrusted proposer.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expectations at this stage, not results. The final review reports the measured values and the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full list is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a mock model (reproducible, no key needed, provider is pluggable); is the guarantee a proof (no, it is relative to the simulated model); why a three-node feeder.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SafeGrid-AI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SafeGrid-AI: An Explainable Multi-Agent System for Dynamic Power Routing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neuro-symbolic multi-agent controller: language-model agents propose power set-points, a deterministic Symbolic Safety Shield approves, scales down or rejects them, and every decision is explained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DISHA KAUSHAL  23K91A0563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BOLLAM RAKESH  23K91A0542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CHINNOLLA RAVINDHAR  23K91A0554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AFFAN MOHAMMED RAMY  23K91A0505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CHANDRASHEKAR,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Batch A13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Abstract and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Literature survey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Existing approaches and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 statement and objectives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approach and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AI that proposes, a shield that decides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Grids must balance supply and demand continuously while solar, batteries and electric vehicles add variability. Language-model agents can plan, but a non-deterministic model that issues commands to physical equipment can issue an unsafe one.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Agents see a structured picture of their node and propose one action. A deterministic Symbolic Safety Shield tests it with a power flow and either approves it, scales it down to the largest safe value, or rejects 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simulated three-node feeder, three agents, the shield, an audit log that cannot be edited unnoticed, a REST and WebSocket service and a dashboard that explains each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005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</a:rPr>
              <a:t>S. E. Eyimaya and N. Altin, "Design of multi-agent-based energy management system for DC microgrids," IEEE Access, vol. 14, pp. 39120-39133, 2026, doi: 10.1109/ACCESS.2026.3672618.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What it does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Four rule-based agents (distributed energy, energy storage, load, grid) coordinate a DC microgrid with solar, wind, a generator, a battery and critical and non-critical loads, modelled in MATLAB/Simulink.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35423" y="2697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Reported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3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The bus voltage is held at 800 V and critical loads stay supplied in all eight operating scenarios of the study.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321040" y="2697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Limits stated by the authors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Scalability, software integration and cybersecurity are open issues, and the work has no experimental validation. It uses no language model, no separate safety layer and no explanation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3444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2926080"/>
                <a:gridCol w="2514600"/>
                <a:gridCol w="331927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Reported result or 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Eyimaya and Altin, 2026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Four rule-based agents (DER, storage, load, grid)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DC microgrid, MATLAB/Simulink, 800 V bus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Voltage held at 800 V in 8 scenarios; scalability, security, no experimental validation left open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Zhang et al., 2025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LLM planner + validation agent with sandbox and rollback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IEEE 69-bus, CIGRE MV, IEEE 30-bus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Best LLM set-ups 100 % success; weaker 63 % and 44 %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Picault, Goubet, 2026 [3]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MCP server exposes a grid simulator to AI agents, human in the loop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TSO studies, pypowsybl-mcp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Position paper: requirements and an evaluation plan, no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Multi-agent deep RL, 2025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Multi-agent deep reinforcement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Smart-grid energy management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Listed in the batch survey; full text not reviewed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Fault reconstruction, 2024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Multi-agent deep reinforcement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Energy-system fault handling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Listed in the batch survey; full text not reviewed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Distributed EV scheduling, 2025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Distributed scheduling by vehicle, station and grid agents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Electric-vehicle charging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Listed in the batch survey; full text not reviewed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MAS in power systems, 2025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Review of multi-agent energy management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Power-grid energy management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Listed in the batch survey; full text not reviewed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McArthur et al., 2007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Concepts and challenges of agents for power engineering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Survey, Part 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</a:rPr>
                        <a:t>Agents suit distributed grids; verification and trust remain open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Rows 4-7 are taken from the batch literature survey and classified from title and venue only; their authors were not recorded.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agent quality varies widely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676656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9436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Source: Zhang et al. [2], violation-resolution success on IEEE and CIGRE test networks. Their numbers, their systems, not 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1371600"/>
            <a:ext cx="4050791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790688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1527048"/>
            <a:ext cx="30449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2240280"/>
            <a:ext cx="364845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When the proposer is a language model, outcomes depend heavily on which model is used. A safety rule layer that does not depend on the proposer is therefore attractive.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886200"/>
            <a:ext cx="4050791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7790688" y="40690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4041648"/>
            <a:ext cx="30449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Caveat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4754880"/>
            <a:ext cx="364845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These figures measure how often a planner fixed a violation on other networks. We ran no such comparison, so they are context, not a benchmark for our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Grid state measured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0667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35858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Controller decides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3076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Set-points sent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8111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10294" y="141732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Grid responds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834640"/>
            <a:ext cx="5440680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9808" y="30175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29900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Rule-based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703320"/>
            <a:ext cx="5038344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Fixed logic per role, as in the base paper: predictable in the scenarios it was designed for, but each new topology or source needs new rules and nothing explains why a set-point was chosen.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834640"/>
            <a:ext cx="5440680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99008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LLM agents with trial and rollback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03320"/>
            <a:ext cx="5038344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Grid-Agent plans with a language model and checks the plan in a sandbox, rolling back on failure. Safety is a second agent inside the same framework, not an independent rule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Fixed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Rule sets do not adapt to new sources or topologies; the base paper itself names scalability as open.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137160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799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52704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Unconstrained AI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224028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language model can return a plausible but unsafe or malformed command; trial and rollback acts after the fact.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995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Opaque 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70916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Operators will not accept set-points they cannot interrogate; little of the reviewed work offers an explanation interface.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3840480"/>
            <a:ext cx="544068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00799" y="4023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3995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Thin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9" y="4709160"/>
            <a:ext cx="503834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The base paper lacks experimental validation and the MCP paper is a position paper without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13258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Independent safety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1325880"/>
            <a:ext cx="818387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A rule-based gate whose limits are configuration, separate from whichever model proposes the action.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313432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2313432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Operator explanation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313432"/>
            <a:ext cx="818387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Per-decision inputs, factors, action and safety result, shown next to the grid, without relying on model reasoning text.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300984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8640" y="3300984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Prosumer-level coordination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3300984"/>
            <a:ext cx="818387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Several agents sharing one feeder: conflicting proposals must be detected and ordered, not just validated one by one.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88536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4288536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Tamper-evident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288536"/>
            <a:ext cx="818387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An audit trail in which an edited or removed safety event is detectable.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276088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8640" y="5276088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Measured with and without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5276088"/>
            <a:ext cx="818387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</a:rPr>
              <a:t>The same agents and scenarios run with the shield off and on, so the effect of the layer is a number, not a claim.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1091672" cy="2514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1463040"/>
            <a:ext cx="1046988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Given the observed state of a low-voltage feeder with distributed solar, batteries and an electric vehicle, let several autonomous agents propose power set-points at every control step, and execute only set-points that cannot create or worsen a violation of voltage, line, transformer, battery or import/export limits, while recording a reviewable explanation and an audit trail for every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1480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63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Seeded scenario, grid state, one proposed action per agent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411480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4663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Approve, project or reject, with an explanation per decision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411480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48471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663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Hash-chained safety log of every intervention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0F172A"/>
                </a:solidFill>
              </a:rPr>
              <a:t>1.  Model the grid as a multi-agent system with agents responsible for generation, storage and load.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0F172A"/>
                </a:solidFill>
              </a:rPr>
              <a:t>2.  Implement an LLM-driven planning agent that proposes routing actions from observed grid state.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0F172A"/>
                </a:solidFill>
              </a:rPr>
              <a:t>3.  Add a safety shielding layer that validates each action against physical and operational constraints.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0F172A"/>
                </a:solidFill>
              </a:rPr>
              <a:t>4.  Provide explanations for every routing decision so operators can audit the reasoning.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0F172A"/>
                </a:solidFill>
              </a:rPr>
              <a:t>5.  Simulate fault and overload scenarios to test dynamic rerouting behaviour.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0F172A"/>
                </a:solidFill>
              </a:rPr>
              <a:t>6.  Evaluate violation resolution rate, decision latency and the number of unsafe actions blocked.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Perceive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Each agent receives load, solar, battery state, voltage, price, neighbours and the limits.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language-model provider returns one schema-checked action; failures become a labelled fallback.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The shield runs ten ordered checks with trial power flows and projects unsafe requests by bisection.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3108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5087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Explain and 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194560"/>
            <a:ext cx="223113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Inputs, factors and the safety result are stored and chained with SHA-256.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84632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Simulation, service and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303520"/>
            <a:ext cx="9784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pandapower AC power flow on a three-node feeder, FastAPI REST and WebSocket service, SQLite store and a React dashboard for runs, grid, agents, shield and power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9184" y="1234440"/>
            <a:ext cx="6023151" cy="48463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Presentation, application, simulation and safety core, and data tiers; the LLM provider is the only untrusted component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Working multi-agent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Three agents proposing on a simulated feeder every 15 simulated minutes.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Safe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No executed action that creates or worsens a limit violation, to be tested over many runs.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Visible reasoning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structured explanation and a safety verdict for every decision.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0233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Honest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Same scenarios with and without the shield, with the limits of the test stated.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535423" y="4023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5503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Auditability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3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hash-chained log that reveals edits to the record.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9871" y="3840480"/>
            <a:ext cx="3520440" cy="2286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8321040" y="40233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19" y="3995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Usable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709160"/>
            <a:ext cx="31181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service and dashboard an operator can run, step and inspect.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[1] S. E. Eyimaya and N. Altin, "Design of multi-agent-based energy management system for DC microgrids," IEEE Access, vol. 14, pp. 39120-39133, 2026, doi: 10.1109/ACCESS.2026.3672618.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[2] Y. Zhang, A. M. Saber, A. Youssef, and D. Kundur, "Grid-Agent: An LLM-powered multi-agent system for power grid control," arXiv:2508.05702, Aug. 2025.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[3] J. Picault and C. Goubet, "Orchestrating power grid studies with multi-agent AI and MCP servers," arXiv:2607.14158, Jul. 2026.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[8] S. D. J. McArthur et al., "Multi-agent systems for power engineering applications - Part I: Concepts, approaches, and technical challenges," IEEE Trans. Power Syst., vol. 22, no. 4, pp. 1743-1752, Nov. 2007, doi: 10.1109/TPWRS.2007.908471.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[11] L. Thurner et al., "pandapower - An open-source Python tool for convenient modeling, analysis, and optimization of electric power systems," IEEE Trans. Power Syst., vol. 33, no. 6, pp. 6510-6521, Nov. 2018, doi: 10.1109/TPWRS.2018.2829021.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[12] M. Alshiekh, R. Bloem, R. Ehlers, B. Konighofer, S. Niekum, and U. Topcu, "Safe reinforcement learning via shielding," in Proc. AAAI Conf. Artif. Intell., 2018, pp. 2669-2678.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[13] G. Dalal, K. Dvijotham, M. Vecerik, T. Hester, C. Paduraru, and Y. Tassa, "Safe exploration in continuous action spaces," arXiv:1801.08757, 2018.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[15] D. Amodei, C. Olah, J. Steinhardt, P. Christiano, J. Schulman, and D. Mane, "Concrete problems in AI safety," arXiv:1606.06565, 2016.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[16] S. Yao et al., "ReAct: Synergizing reasoning and acting in language models," in Proc. Int. Conf. Learn. Represent. (ICLR), 2023.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F172A"/>
                </a:solidFill>
              </a:rPr>
              <a:t>[17] M. Turpin, J. Michael, E. Perez, and S. R. Bowman, "Language models don't always say what they think: Unfaithful explanations in chain-of-thought prompting," in Proc. Adv. Neural Inf. Process. Syst. (NeurIPS), 2023.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Grid-AI">
  <a:themeElements>
    <a:clrScheme name="SafeGrid-AI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afeGrid-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SafeGrid-AI: An Explainable Multi-Agent System for Dynamic Power Routing: Review 1</dc:title>
  <dc:subject>Batch A13 (CSE-A)</dc:subject>
  <dc:creator>DISHA KAUSHAL, BOLLAM RAKESH, CHINNOLLA RAVINDHAR, AFFAN MOHAMMED RAMY</dc:creator>
  <cp:lastModifiedBy/>
  <cp:revision>1</cp:revision>
  <dcterms:created xsi:type="dcterms:W3CDTF">2026-10-13T12:36:40Z</dcterms:created>
  <dcterms:modified xsi:type="dcterms:W3CDTF">2026-10-13T12:36:40Z</dcterms:modified>
  <cp:keywords>agentic AI, large language models, multi-agent systems, smart grid, neuro-symbolic safety, safety shielding, explainability, power flow</cp:keywords>
  <dc:description/>
</cp:coreProperties>
</file>