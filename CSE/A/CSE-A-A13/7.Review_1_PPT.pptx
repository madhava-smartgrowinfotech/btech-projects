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DISHA KAUSHAL	23K91A0563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BOLLAM RAKESH	23K91A0542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CHINNOLLA RAVINDHAR	23K91A0554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AFFAN MOHAMMED RAMY	23K91A0505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CHANDRASHEKAR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SafeGrid-AI: An Explainable Multi-Agent System for Dynamic Power Routing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Agentic artificial intelligence is rapidly emerging as a superior paradigm for smart grid management.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Recent research has demonstrated that LLM-driven multi-agent systems can achieve near-perfect success rates in resolving complex grid violations through structured tool-use.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However, deploying non-deterministic LLMs in physical infrastructure introduces severe security and operational risks; probabilistic tool calls can result in 'hallucinated'.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To bridge this gap, this project proposes a Neuro-Symbolic Agentic architecture.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We utilize an LLM-based multi-agent system as the cognitive layer to dynamically optimize energy distribution, negotiate load balancing, and minimize costs.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"Design of Multi-Agent-Based Energy Management System for DC Microgrids"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10.1109/access.2026.3672618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builds multi-agent energy management for microgrids without a language-model planning layer. The gap is combining agentic planning with formal safety shielding and operator-facing explanations.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Power grids must balance generation and demand continuously while responding to faults in seconds.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Traditional control uses fixed rules that cannot adapt to changing grid topology or renewable variability.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Multi-agent systems distribute decision-making across the grid rather than centralising it.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Large Language Models add planning and reasoning over grid state expressed in natural language.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non-deterministic model controlling physical infrastructure is unsafe without constraints.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safety shield validates every proposed action against physical limits before execution.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Design of Multi-Agent-Based Energy Management System for DC Microgrids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Multi-Agent Deep Reinforcement Learning for Energy-Efficient Smart Grid Management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Proceedings of the 1st International Conference on Intelligent Methods and Advanced Computer Scientific Innovations,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Energy System Fault Reconstruction Control Strategy Based on Multi-agent Deep Reinforcement Learning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2024 6th International Conference on Energy, Power and Grid (ICEPG),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Distributed Optimal Scheduling for Electric Vehicles Considering the Multi-Agent Demands of Electric.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 3rd International Conference on Power, Grid and Energy Storage,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Multi-agent Systems in Power System: A Comprehensive Review of Energy Management in Power Grid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Lecture Notes in Electrical Engineering Smart Grid Security and Protection,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Model the grid as a multi-agent system with agents responsible for generation, storage and load.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Implement an LLM-driven planning agent that proposes routing actions from observed grid state.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Add a safety shielding layer that validates each action against physical and operational constraints.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Provide explanations for every routing decision so operators can audit the reasoning.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Simulate fault and overload scenarios to test dynamic rerouting behaviour.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violation resolution rate, decision latency and the number of unsafe actions blocked.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Fixed-rule grid control cannot adapt to renewable variability or changing topology.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Centralised control creates a single point of failure for the whole network.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Autonomous agents acting on physical infrastructure can take unsafe actions if unconstrained.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Operators will not accept control decisions they cannot interrogate.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an explainable multi-agent controller that routes power dynamically while a safety layer blocks any unsafe action.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