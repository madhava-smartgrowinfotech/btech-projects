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Native length (steps)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 solar</c:v>
                </c:pt>
                <c:pt idx="2">
                  <c:v>peak demand</c:v>
                </c:pt>
                <c:pt idx="3">
                  <c:v>battery stress</c:v>
                </c:pt>
                <c:pt idx="4">
                  <c:v>line congestion</c:v>
                </c:pt>
                <c:pt idx="5">
                  <c:v>voltage violation</c:v>
                </c:pt>
                <c:pt idx="6">
                  <c:v>unsafe ai action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24</c:v>
                </c:pt>
                <c:pt idx="2">
                  <c:v>24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 baseline</c:v>
                </c:pt>
              </c:strCache>
            </c:strRef>
          </c:tx>
          <c:spPr>
            <a:solidFill>
              <a:srgbClr val="475569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 solar</c:v>
                </c:pt>
                <c:pt idx="2">
                  <c:v>peak demand</c:v>
                </c:pt>
                <c:pt idx="3">
                  <c:v>battery stress</c:v>
                </c:pt>
                <c:pt idx="4">
                  <c:v>line congestion</c:v>
                </c:pt>
                <c:pt idx="5">
                  <c:v>voltage violation</c:v>
                </c:pt>
                <c:pt idx="6">
                  <c:v>unsafe ai action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3.33</c:v>
                </c:pt>
                <c:pt idx="3">
                  <c:v>0.0</c:v>
                </c:pt>
                <c:pt idx="4">
                  <c:v>12.0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Agents, no shield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 solar</c:v>
                </c:pt>
                <c:pt idx="2">
                  <c:v>peak demand</c:v>
                </c:pt>
                <c:pt idx="3">
                  <c:v>battery stress</c:v>
                </c:pt>
                <c:pt idx="4">
                  <c:v>line congestion</c:v>
                </c:pt>
                <c:pt idx="5">
                  <c:v>voltage violation</c:v>
                </c:pt>
                <c:pt idx="6">
                  <c:v>unsafe ai action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1.67</c:v>
                </c:pt>
                <c:pt idx="1">
                  <c:v>0.67</c:v>
                </c:pt>
                <c:pt idx="2">
                  <c:v>4.0</c:v>
                </c:pt>
                <c:pt idx="3">
                  <c:v>4.67</c:v>
                </c:pt>
                <c:pt idx="4">
                  <c:v>11.33</c:v>
                </c:pt>
                <c:pt idx="5">
                  <c:v>6.33</c:v>
                </c:pt>
                <c:pt idx="6">
                  <c:v>4.33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SafeGrid-AI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normal</c:v>
                </c:pt>
                <c:pt idx="1">
                  <c:v>high solar</c:v>
                </c:pt>
                <c:pt idx="2">
                  <c:v>peak demand</c:v>
                </c:pt>
                <c:pt idx="3">
                  <c:v>battery stress</c:v>
                </c:pt>
                <c:pt idx="4">
                  <c:v>line congestion</c:v>
                </c:pt>
                <c:pt idx="5">
                  <c:v>voltage violation</c:v>
                </c:pt>
                <c:pt idx="6">
                  <c:v>unsafe ai action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1. The base paper is a rule-based DC-microgrid study; our system is a different, AC low-voltage simulation, so we compare ideas, not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tiers left to right. The shield imports nothing from the language-model, agent, simulation or grid packages, and a test enforces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step is 15 simulated minutes. The shield validates the agents one after another against the cumulative grid state, relief actions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dataset. Profiles are generated at run time from a seed, so every number is reproducible. The chart shows each scenario's native length; the evaluation uses 24 steps for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context is structured data, not free text. The shield never sees this context or any model text; it reads only the action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feeder and the three agents on the left; the ten ordered checks on the right. 25 violation codes map onto these ten named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number later in the deck comes from this protocol, saved as docs/results/experiment_3seeds_24steps.json.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evaluate() function of the shield. The guarantee is relative to the simulated model: no new or worse violation of the configured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 with six processes. Levels 0 and 2 are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tables. The use-case diagram shows the operator, the optional language-model provider and the experiment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source. The API provider is implemented but was not exercised against a live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two honest gaps are the live language model and the resolution-rate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measurements from 63 runs. The shield column is zero in every scenario by construction of the metric: violations new or worse than the no-action grid. Steps with any violation are also reduced but not to zero. The rule baseline itself causes violations in peak demand and line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dashboard (scenario unsafe_ai_action, mock provider, seed 42). The remaining screens are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55 test functions: safety 22, agents 12, simulation 11, grid 6, API 4. The three problems existed before this documentation work; we report them instead of hiding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is either handled in the code or stated plainly in the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The extensions on the right are out of scope for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mock model; what the guarantee means; why zero shielded violations while some steps still violate (pre-existing stress).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SafeGrid-AI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SafeGrid-AI: An Explainable Multi-Agent System for Dynamic Power Routing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three agents on a simulated feeder, a Symbolic Safety Shield, and the first full measurements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DISHA KAUSHAL  23K91A0563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BOLLAM RAKESH  23K91A0542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CHINNOLLA RAVINDHAR  23K91A0554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AFFAN MOHAMMED RAMY  23K91A0505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CHANDRASHEKAR,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Batch A13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Methodology, scenarios and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Agent and shield design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Experiment protocol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use cases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Language-model agents can plan power routing, but a non-deterministic model that commands physical equipment can issue an unsafe set-point, and operators need to see why each decision was made.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Agents propose one action each; a deterministic Symbolic Safety Shield approves it, scales it down by bisection or rejects it, and only the validated set-point is executed and logged.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Keeps role-based agents and scenario-based evaluation from the DC-microgrid base paper; adds a model-driven proposer, an independent shield, explanations and an audit log. Its MATLAB/Simulink system is not reproduced.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51" y="1188720"/>
            <a:ext cx="6193617" cy="4983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dashboard on port 5313 with a three.js landing page.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FastAPI on port 8313, REST routers plus the /ws/simulation WebSocket.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Core: engine, three agents, coordinator, shield and a pandapower simulator.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Data: SQLite store and a SHA-256 hash-chained safety log.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LLM provider is the only untrusted component.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one simulation step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Seeded PV, load, price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No-action power flow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Agents perceive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Agents propose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Coordinator orders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Shield validates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Commit and 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017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Counterfactual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033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The raw proposals are also trial-run, so each step records what would have happened without the shield.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017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Fair attribution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Only violations that are new or worse than the no-action grid are blamed on an action; pre-existing stress is reported separately.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3017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7033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Everything is seeded; the same seed gives the same profiles, proposals and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 and inputs (no external dataset)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seeded scenarios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agents on 3 nodes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control step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No dataset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inputs generated from a seed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97480"/>
          <a:ext cx="6217920" cy="35661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7040880" y="2743200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Solar follows a daylight curve scaled by a seeded cloud factor; household load has morning and evening peaks with 5 % noise.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Tariff is an illustrative time-of-use table in INR; export is credited at 60 % of the price.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No train, validation or test split exists, so no accuracy or F1 is reported anywhere.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The evaluation runs every scenario for 24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Perception: what each agent sees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Own node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Load, solar output, battery state of charge and rating, local voltage, net exchange, price and weather.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Neighbours and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Net exchange, state of charge and voltage of the other nodes, plus the voltage band, line and import limits.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Memory and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The previous action and its shield result. The agent returns one schema-checked action; anything else becomes a labelled fallback.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The shield never sees this context, any prompt or any model text. It reads only the fields of the proposed action: agent, action type, power, duration, target node, reason codes and confidence.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and shield design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11_feeder_topolog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7100"/>
            <a:ext cx="5120640" cy="271787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411480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prosumer_01</a:t>
            </a:r>
            <a:r>
              <a:rPr sz="1400" b="0" i="0">
                <a:solidFill>
                  <a:srgbClr val="0F172A"/>
                </a:solidFill>
              </a:rPr>
              <a:t> (node 1): 6 kWp PV, 10 kWh battery.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ev_01</a:t>
            </a:r>
            <a:r>
              <a:rPr sz="1400" b="0" i="0">
                <a:solidFill>
                  <a:srgbClr val="0F172A"/>
                </a:solidFill>
              </a:rPr>
              <a:t> (node 2): 40 kWh EV, charge only, 7.4 kW.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renewable_01</a:t>
            </a:r>
            <a:r>
              <a:rPr sz="1400" b="0" i="0">
                <a:solidFill>
                  <a:srgbClr val="0F172A"/>
                </a:solidFill>
              </a:rPr>
              <a:t> (node 3): 20 kWp PV, 30 kWh battery.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43600" y="1280160"/>
          <a:ext cx="5696712" cy="502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39593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Shield 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STRUCTURE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schema, known agent and node, finite non-negative power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POWER_LIMITS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request not implausibly large for the node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BATTERY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charge and discharge rating, configured state-of-charge window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NODE_LIMITS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node import and export limits, shiftable load share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POWER_BALANCE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curtailment within generation, reachable direction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POWER_FLOW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trial AC power flow converges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VOLTAGE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every bus between 0.95 and 1.05 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LINE_LOADING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every line at or below 100 %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TRANSFORMER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transformer at or below 100 %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</a:rPr>
                        <a:t>GRID_LIMITS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external grid import and export up to 200 kW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protocol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731520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5720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Scenarios x strategies x 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7 x 3 x 3 = 63 simulation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Strategies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rule baseline, agents without shield, SafeGrid-AI (agents + shield)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Steps per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24 steps of 15 simulated minutes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0, 1, 2 (results are means over 21 runs per strategy)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Language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deterministic mock provider; no live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Intel Core i5-12500, 15.7 GB RAM, no GPU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Wall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about 10 minutes for all 63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02_high_level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406769"/>
            <a:ext cx="3657600" cy="194134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046720" y="3657600"/>
            <a:ext cx="3593592" cy="2468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247888" y="3840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3813048"/>
            <a:ext cx="2587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Honest 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526280"/>
            <a:ext cx="319125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Three seeds, a synthetic three-node feeder, an illustrative tariff and a mock model. Results are simulation evidence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 of the shield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841" y="1188720"/>
            <a:ext cx="4358477" cy="5120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137160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Reject</a:t>
            </a:r>
            <a:r>
              <a:rPr sz="1500" b="0" i="0">
                <a:solidFill>
                  <a:srgbClr val="0F172A"/>
                </a:solidFill>
              </a:rPr>
              <a:t> structurally invalid actions at once; </a:t>
            </a:r>
            <a:r>
              <a:rPr sz="1500" b="1" i="0">
                <a:solidFill>
                  <a:srgbClr val="0F172A"/>
                </a:solidFill>
              </a:rPr>
              <a:t>approve</a:t>
            </a:r>
            <a:r>
              <a:rPr sz="1500" b="0" i="0">
                <a:solidFill>
                  <a:srgbClr val="0F172A"/>
                </a:solidFill>
              </a:rPr>
              <a:t> idle actions.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Trial power flow</a:t>
            </a:r>
            <a:r>
              <a:rPr sz="1500" b="0" i="0">
                <a:solidFill>
                  <a:srgbClr val="0F172A"/>
                </a:solidFill>
              </a:rPr>
              <a:t> of the request; only violations that are new or worse than the no-action grid count.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Project</a:t>
            </a:r>
            <a:r>
              <a:rPr sz="1500" b="0" i="0">
                <a:solidFill>
                  <a:srgbClr val="0F172A"/>
                </a:solidFill>
              </a:rPr>
              <a:t> by bisection to the largest safe scale (40 iterations on local limits, 14 on power-flow limits), re-verify the rounded action, reject below 0.05 kW.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Record</a:t>
            </a:r>
            <a:r>
              <a:rPr sz="1500" b="0" i="0">
                <a:solidFill>
                  <a:srgbClr val="0F172A"/>
                </a:solidFill>
              </a:rPr>
              <a:t> every non-approved decision as a hash-chained safety event.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980" y="1188720"/>
            <a:ext cx="6250439" cy="502920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06640" y="1280160"/>
          <a:ext cx="423367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19019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safety/shield.py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approve, project, reject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safety/validator.py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checks and attribution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simulation/engine.py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one run, one 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simulation/coordinator.py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conflicts, ordering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agents/manager.py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perceive and decide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llm/provider.py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mock, api,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grid/simulator.py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pandapower trial, commit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database/store.py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SQLite 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use cases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502920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33832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configuration, summary, chain fingerprint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events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stream events per run and 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safety_events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hash-chained interventions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steps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full step record (run_id, step)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specification and results of a comparison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9377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SQLite from the Python standard library; JSON text columns, indexes on (run_id, event_type) and (run_id, status).</a:t>
            </a:r>
          </a:p>
        </p:txBody>
      </p:sp>
      <p:pic>
        <p:nvPicPr>
          <p:cNvPr id="28" name="Picture 27" descr="08_use_case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23647"/>
            <a:ext cx="5669280" cy="4559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pandapower 3.5.6 (AC power flow), numpy 2.4.6, pandas 2.3.3, scipy 1.17.1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Python 3.11.9, FastAPI 0.143.3, Uvicorn 0.54.0, pydantic 2.14.1, httpx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SQLite (standard library) with a SHA-256 hash-chained safety 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React 18, Vite 5, React Router, Recharts, three.js with react-three-fiber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535423" y="4023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3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Language-model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Provider interface: mock, rule-based, failing, and an API provider (Anthropic or OpenAI wire format)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1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19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pytest 9.1.1, a 20-check smoke test, Playwright browser walk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204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32461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3,117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890064"/>
            <a:ext cx="3246120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lines of backend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280160"/>
            <a:ext cx="35204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34255" y="12801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35423" y="1371600"/>
            <a:ext cx="32461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1890064"/>
            <a:ext cx="3246120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lines of tests (55 tests)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280160"/>
            <a:ext cx="35204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119871" y="12801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1371600"/>
            <a:ext cx="324612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6,989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1890064"/>
            <a:ext cx="3246120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lines of dashboard code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8640" y="2560320"/>
          <a:ext cx="110916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2103120"/>
                <a:gridCol w="47823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Grid model, simulator, trial power flow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pandapower 3-node feeder, 7 scenarios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Agents, coordinator, mock provider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3 agents, 3 conflict types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Symbolic Safety Shield, audit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0 violations caused in 504 shielded steps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REST and WebSocket service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smoke test 20 of 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Dashboard (7 screens)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11 real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Real LLM provider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Implemented, not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no API key; mock used for all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Violation-resolution 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Not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project measures violations prevented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violations caused by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589520" y="1325880"/>
            <a:ext cx="4050791" cy="1188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89520" y="1325880"/>
            <a:ext cx="73152" cy="1188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90688" y="1417320"/>
            <a:ext cx="377647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 of 504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2015337"/>
            <a:ext cx="3776472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shielded steps with a violation caused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2697480"/>
            <a:ext cx="4050791" cy="1188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89520" y="2697480"/>
            <a:ext cx="73152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90688" y="2788920"/>
            <a:ext cx="377647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99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3386937"/>
            <a:ext cx="3776472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without shield (144 violations)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4069080"/>
            <a:ext cx="4050791" cy="1188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89520" y="4069080"/>
            <a:ext cx="73152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90688" y="4160520"/>
            <a:ext cx="377647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76.9%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0688" y="4758537"/>
            <a:ext cx="3776472" cy="451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of 1,512 proposals approved as asked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548640" y="1280160"/>
          <a:ext cx="6858000" cy="45720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48640" y="59436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Steps of 24 with violations caused by actions, mean of 3 seeds; mock provider, synthetic feeder.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440680"/>
            <a:ext cx="40507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Pre-existing grid stress is not removed by design: any violation after execution drops from 6.05 (rule) and 6.38 (no shield) to 2.48 steps.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07_safety_shie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8016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48463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Dashboard after a finished run of the unsafe_ai_action scenario: 12 interventions in 36 proposals, 0 violations caused.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8463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Safety shield view: event table, a dry-run rejection of a 1000 kW export, and the active constraints.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52 of 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20 of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live smoke-test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tests fail on numeric tolerances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WebSocket test hangs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834640"/>
          <a:ext cx="11091672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0"/>
                <a:gridCol w="542239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test_power_flow_converges_and_balances: 10.995 kW against 10.0 +/- 0.5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Tolerance was set for an older pandapower; power flow converges. Left unchanged, reported.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test_trial_does_not_change_committed_state: -3.12314 against -3.123 +/- 1e-6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Same cause. Left unchanged, reported.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test_websocket_receives_events hangs under the installed Starlette test client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Excluded from the run; the live WebSocket works in the dashboard.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Pre-existing grid stress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Some scenarios break limits even with every agent idle (6.33 steps per run). Reported separately; the shield blocks only what actions add.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Mock language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Results use a deterministic mock, so model reasoning quality is unmeasured. Provider interface is ready for a live model.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Cost of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Trial power flows raise step time from about 107 ms to 348 ms.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Failing tolerance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Two grid tests use tolerances tied to an older pandapower; documented, not hidden.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535423" y="4023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3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Hanging WebSocket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Blocks under the installed Starlette test client; excluded and flagged.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1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19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Strong wording in the abstract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'Mathematically guaranteeing zero violations' is stronger than a model-relative guarantee; the documents say so.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Report the full 63-run results with per-scenario tables and traces.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Set the work against the base paper qualitatively, stating the differences.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Final report, paper and deck with every figure regenerated from the saved results.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 (future)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Live language-model runs, a violation-resolution metric, larger feeders, field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Grid-AI">
  <a:themeElements>
    <a:clrScheme name="SafeGrid-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afeGrid-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SafeGrid-AI: An Explainable Multi-Agent System for Dynamic Power Routing: Review 2</dc:title>
  <dc:subject>Batch A13 (CSE-A)</dc:subject>
  <dc:creator>DISHA KAUSHAL, BOLLAM RAKESH, CHINNOLLA RAVINDHAR, AFFAN MOHAMMED RAMY</dc:creator>
  <cp:lastModifiedBy/>
  <cp:revision>1</cp:revision>
  <dcterms:created xsi:type="dcterms:W3CDTF">2026-10-13T12:40:05Z</dcterms:created>
  <dcterms:modified xsi:type="dcterms:W3CDTF">2026-10-13T12:40:05Z</dcterms:modified>
  <cp:keywords>agentic AI, large language models, multi-agent systems, smart grid, neuro-symbolic safety, safety shielding, explainability, power flow</cp:keywords>
  <dc:description/>
</cp:coreProperties>
</file>