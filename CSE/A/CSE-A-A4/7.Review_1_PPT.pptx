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ARELLI PRAVEEN KUMAR	23K91A0513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BANOTHU AJAY	23K91A0529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D CHANDRIKA	23K91A0557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BAIRAGONI VIJAY	23K91A0525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KOTESHWAR RAO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Credit Card Fraud Detection Using Machine Learning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Credit card fraud is a major concern for financial institutions and cardholders, leading to significant economic losses and eroding customer trust.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Traditional rule-based systems often fail to detect sophisticated fraudulent transactions due to the dynamic and imbalanced nature of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presents a machine learning based approach to detect fraudulent credit card transactions with higher accuracy and efficiency.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is trained on historical transaction data and uses classification algorithms to distinguish between legitimate and fraudulent activities.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Various preprocessing techniques such as data normalization, handling class imbalance using SMOTE, and feature selection are applied to improve model performance.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"Fraud Detection in Credit Card Transactions Using Quantum-Assisted Restricted Boltzmann Machines"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10.1109/access.2026.3683308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explores individual classifiers and sampling methods separately. The gap is a compared, tuned pipeline that is evaluated on recall rather than accuracy and is deployable for live scoring.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Digital card payments have grown sharply, and so has the sophistication of fraud.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Rule-based fraud filters are static and are quickly learned and bypassed by fraudsters.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Machine learning adapts to shifting fraud patterns by learning from transaction behaviour.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core difficulty is class imbalance: genuine transactions vastly outnumber fraudulent ones.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model trained naively on such data scores high accuracy while detecting almost no fraud.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Resampling with SMOTE and ensemble classifiers together address this imbalance.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1. Fraud Detection in Credit Card Transactions Using Quantum-Assisted Restricted Boltzmann Machines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2. Research on Credit Card Fraud Detection Based on Pyspark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Proceedings of the 3rd International Conference on Computer Science and Mechatronics,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3. ENHANCING E-COMMERCE SECURITY: A NOVEL APPROACH TO CREDIT CARD FRAUD DETECTION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ENHANCING E-COMMERCE SECURITY: A NOVEL APPROACH TO CREDIT CARD FRAUD DETECTION,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4. Credit Card Fraud Detection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International Journal of Research Publication and Reviews, 2025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1F1F1F"/>
                </a:solidFill>
                <a:latin typeface="Times New Roman" pitchFamily="18" charset="0"/>
              </a:rPr>
              <a:t>5. Credit Card Fraud Detection Based on ANN and XGBoost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300" dirty="0">
                <a:solidFill>
                  <a:srgbClr val="7F7F7F"/>
                </a:solidFill>
                <a:latin typeface="Times New Roman" pitchFamily="18" charset="0"/>
              </a:rPr>
              <a:t>      Proceedings of the 1st International Conference on E-commerce and Artificial Intelligence, 2024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Acquire a benchmark credit card transaction dataset and quantify the degree of class imbalance.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Apply preprocessing including scaling, feature selection and stratified train-test splitting.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Balance the training data using SMOTE and compare it against random undersampling.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Train Logistic Regression, Random Forest and XGBoost classifiers on the balanced data.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Evaluate using precision, recall, F1-score and ROC-AUC rather than accuracy alone.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Deploy the best model behind an interface that flags a transaction as genuine or fraudulent.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Fraudulent transactions are rare, so standard classifiers reach high accuracy by predicting everything as genuine.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Rule-based systems raise many false alarms and block legitimate customers.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Fraud patterns change continuously, so a fixed rule set becomes obsolete quickly.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Missing a fraud costs far more than reviewing a false alarm, yet most models treat both errors equally.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machine learning system that handles severe class imbalance and maximises fraud recall while keeping false alarms acceptable.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