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SecurePay AI is designed and built: the data and models, what is implemented, the first measured results and what is still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imbalance problem, our system, and how the base paper relates: same model family, different data and no quantum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routes live in backend/app.py and backend/api_extra.py. Storage is local files; an in-memory dictionary holds the loaded data, pipeline and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design principles: one data path, the paper's preprocessing recipe, and numbers that come from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frank: the data is synthetic and the fraud pattern is planted by the generator. Published figures on real data would be lower and are not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recipe follows the base paper. The one flaw we found: balancing and feature selection run before the split. With synthetic data the effect is probably small, but it is not measured, so it is listed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architecture and hidden sizes as the base paper (200 for classical, 65 for the annealing variants). Parameter counts are W, U and the three bias vectors. The code is a simplified numpy version of the paper's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Settings come from the code. The seed study retrains in memory only and leaves the shipped models untouched. PCD's spread shows one run is not a reliable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decision logic is deliberately simple. We report the threshold trade-off because a fraud team would choose the cut by cost, not by default. The skipped scaling step is explained in the results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a transaction or CSV is encoded and scaled, scored by the three models, averaged and returned. Training reads the same dataset file and writes model and history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point: persistence is file based, so the ER-style figure shows files and their relations. The class diagram shows GRBMC, the samplers and the Flask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 and runs on a CPU. The RBM is plain numpy so every step is visible; scikit-learn is used for preprocessing and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gaps: no real data, no quantum hardware, no authentication, and a scaling defect in the batch route found during the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numbers with their caveats. Ensemble F1 94.5%; SAS 94.4%; QS 94.3%; PCD accuracy 58.8% with recall 100 percent and 660 false positives at 0.5 although its ROC-AUC is 0.986. Baselines: LR 96.7%, RF 96.3%, XGBoost 96.5%.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at 1440 by 900, with the sidebar cropped off. The bulk screen is kept as captured: it shows the serving defect that the results review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smoke test runs against the live API (read-only). No pytest suite exists; we say so rather than count tests that were never written. Each observation is documented,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step or by measuring it and saying so. The memory problem was environmental: a runaway process on the shared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review: fix the defect, tune the decision, test on real data and strengthen the sampler. The first two are small and are the most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an RBM when baselines score higher (it is the base paper's model; we report the comparison openly); is it quantum (no, a classical simulation); is the data real (no, synthetic).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SecurePay AI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 Detection Using Machine Learning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three restricted-Boltzmann-machine classifiers behind a real-time screening interface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ARELLI PRAVEEN KUMAR  23K91A0513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BANOTHU AJAY  23K91A0529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 CHANDRIKA  23K91A0557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BAIRAGONI VIJAY  23K91A0525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KOTESHWAR RAO,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A4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Progress and preliminary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Fraud is rare, so a classifier can look accurate while catching almost none of it. Rule systems are static and raise false alarms, and missing a fraud costs far more than reviewing a genuine payment.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SecurePay AI: three Gaussian RBM classifiers trained by PCD, simulated annealing and a quantum-inspired sampler, averaged into one fraud probability with approve, challenge and decline bands.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Neto et al. train the same model on 145 M real transactions and a D-Wave quantum annealer [1]. We use a synthetic 39,000-row set and a classical simulation, so results are not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3292"/>
            <a:ext cx="5943600" cy="51114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66560" y="1371600"/>
            <a:ext cx="484632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Presentation: React and Vite single-page app (port 5304), 7 pages.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Application: Flask 3.1 API (port 8304), 16 routes; 12 in app.py and 4 read-only ones in api_extra.py.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Model tier: preprocessing, the GRBMC class, two samplers, the training loop and the metrics module.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Data tier: a CSV, one pipeline pickle, three model pickles and history files. There is no SQL database and nothing leaves the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Synthetic transactions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One-hot + z-score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Undersample + top-18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80 / 20 split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 3 RBMs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Average + bands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Flask + React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92608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0F172A"/>
                </a:solidFill>
              </a:rPr>
              <a:t>One data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6576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The Lab page, the seed script and the API call the same preprocessing and training functions, so the application and the measurements use the same code.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92608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0F172A"/>
                </a:solidFill>
              </a:rPr>
              <a:t>Same recipe as the paper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6576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Z-scored Gaussian visible units, one-hot categories, correlation filter, importance filter, manual undersampling to 50/50 and an 80/20 split, as in the base paper.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92608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0F172A"/>
                </a:solidFill>
              </a:rPr>
              <a:t>Measured, not typed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6576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scripts/run_experiments.py writes every reported number to experiments/metrics.json; figures and documents read from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39,000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synthetic transactions, 29 columns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19,500 / 19,500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fraud / legitimate (50 / 50)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6,400 / 1,600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train / test rows used by the 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1 %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fraud variant used in experiments</a:t>
            </a:r>
          </a:p>
        </p:txBody>
      </p:sp>
      <p:pic>
        <p:nvPicPr>
          <p:cNvPr id="42" name="Picture 41" descr="f01_dataset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29" y="2606040"/>
            <a:ext cx="11086893" cy="2743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8640" y="544068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Generated by backend/synthetic_data.py (seed 42) to imitate the base paper's balanced 39 k set. It is not the Stone data.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44068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Fraud is built to look different: mean amount 368 against 85, more online and card-not-present payments, shifts in V3, V7, V10, V14 and V17.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1" y="544068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The planted signal makes scores higher than a real stream would give: a pipeline check, not a forecast. A 1 % fraud variant (390 fraud rows) is generated for the imbalance study.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10_flowchart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45" y="1188720"/>
            <a:ext cx="4726669" cy="5166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1325880"/>
            <a:ext cx="603504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0F172A"/>
                </a:solidFill>
              </a:rPr>
              <a:t>1  One-hot encode Merchant_Category (7 values) and Transaction_Type (4)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0F172A"/>
                </a:solidFill>
              </a:rPr>
              <a:t>2  Z-score the 24 numeric columns (Amount, Time, V1 to V22)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0F172A"/>
                </a:solidFill>
              </a:rPr>
              <a:t>3  Correlation filter at 0.95: dropped none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0F172A"/>
                </a:solidFill>
              </a:rPr>
              <a:t>4  Manual undersampling to equal class counts (SMOTE and Tomek links are options)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0F172A"/>
                </a:solidFill>
              </a:rPr>
              <a:t>5  Random-forest importance, keep the top 18 features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0F172A"/>
                </a:solidFill>
              </a:rPr>
              <a:t>6  Stratified 80 / 20 split: 6,400 train and 1,600 test rows</a:t>
            </a:r>
          </a:p>
          <a:p>
            <a:pPr algn="l">
              <a:spcAft>
                <a:spcPts val="1200"/>
              </a:spcAft>
            </a:pPr>
            <a:r>
              <a:rPr sz="1400" b="0" i="1">
                <a:solidFill>
                  <a:srgbClr val="475569"/>
                </a:solidFill>
              </a:rPr>
              <a:t>Known weakness: undersampling and feature selection happen before the split, so the test rows influenced which features were kept. Effect not measured.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Gaussian RBM classifier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12_grbmc_stru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2377"/>
            <a:ext cx="6035039" cy="3741724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858000" y="1325880"/>
          <a:ext cx="4782312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822960"/>
                <a:gridCol w="822960"/>
                <a:gridCol w="9418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Trainer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Hidden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Parameters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PCD (classical)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512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4,220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SAS (simulated annealing)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1,385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QS (quantum-inspired)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1,385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33756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Visible layer: 18 z-scored features. Label layer: 2 units. Hidden units are binary.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Prediction compares the free energy of label 0 and label 1 and turns it into a probability.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The three differ only in how the negative phase is sampled.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66360"/>
            <a:ext cx="347472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9808" y="5257800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numpy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802782"/>
            <a:ext cx="320040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no deep-learning framework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5166360"/>
            <a:ext cx="228600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297680" y="51663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498848" y="5257800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CPU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5802782"/>
            <a:ext cx="201168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seconds per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262872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 (from backend/train.py and samplers.py)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Epochs, seed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20 epochs per run in the saved histories; model seed 42; weights N(0, 0.01), sigma =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PCD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Persistent chain, one Gibbs step, batch 512, learning rate 0.01 x exp(-0.08 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10 sweeps x 16 reads, temperature 2.0 to 0.1, batch 32, 3,000 rows per epoch, same learning-rate decay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QS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Transverse-field flip with probability 0.3 x A(s), gamma 0.8, 10 sweeps x 16 reads, rate 0.005 x exp(-0.15 e) + 0.0005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Windows 11, Intel i5-12500, CPU only; training takes 4-5 s per trainer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f07_seed_stud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127" y="4526280"/>
            <a:ext cx="4415424" cy="1828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09360" y="457200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Five retrainings: PCD F1 69.2 +/- 23.1 (unstable), SAS 94.4 +/- 0.1, QS 92.9 +/- 1.2. Metrics are the final epoch, not the best epoch, because best-epoch selection on the test split is optimistic.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from score to action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1_flowchart_deci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385" y="1188720"/>
            <a:ext cx="4443069" cy="5166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03520" y="1371600"/>
            <a:ext cx="630936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Probability.</a:t>
            </a:r>
            <a:r>
              <a:rPr sz="1500" b="0" i="0">
                <a:solidFill>
                  <a:srgbClr val="0F172A"/>
                </a:solidFill>
              </a:rPr>
              <a:t> The mean of the three models' fraud probabilities.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Label.</a:t>
            </a:r>
            <a:r>
              <a:rPr sz="1500" b="0" i="0">
                <a:solidFill>
                  <a:srgbClr val="0F172A"/>
                </a:solidFill>
              </a:rPr>
              <a:t> FRAUD above 0.5, otherwise LEGITIMATE.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Action bands.</a:t>
            </a:r>
            <a:r>
              <a:rPr sz="1500" b="0" i="0">
                <a:solidFill>
                  <a:srgbClr val="0F172A"/>
                </a:solidFill>
              </a:rPr>
              <a:t> Below 40 % approve, 40 to 70 % challenge with 3-D Secure, above 70 % decline and alert.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Threshold matters.</a:t>
            </a:r>
            <a:r>
              <a:rPr sz="1500" b="0" i="0">
                <a:solidFill>
                  <a:srgbClr val="0F172A"/>
                </a:solidFill>
              </a:rPr>
              <a:t> On the test split the ensemble gives precision 73% and recall 100% at 0.4, 97% and 93% at 0.5, 100% and 67% at 0.6. The 0.5 cut was never tuned on validation data.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Defect.</a:t>
            </a:r>
            <a:r>
              <a:rPr sz="1500" b="0" i="0">
                <a:solidFill>
                  <a:srgbClr val="0F172A"/>
                </a:solidFill>
              </a:rPr>
              <a:t> The scaling step in the batch route is skipped when it raises an exception (dashed box in the flowchart).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6600"/>
            <a:ext cx="5852160" cy="4330598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75120" y="1280160"/>
          <a:ext cx="4690872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286000"/>
                <a:gridCol w="6675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app.py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routes, store, ensemble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502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api_extra.py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read-only chart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preprocessing.py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encode, scale, filter, balance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157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rbm_classifier.py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GRBMC, PCD, free energy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197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samplers.py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SA and QS gradients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epoch loop, schedules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evaluation.py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synthetic_data.py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 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76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675120" y="55321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Backend 1,338 lines; React front end 3,574 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02" y="1234440"/>
            <a:ext cx="5782235" cy="3931920"/>
          </a:xfrm>
          <a:prstGeom prst="rect">
            <a:avLst/>
          </a:prstGeom>
        </p:spPr>
      </p:pic>
      <p:pic>
        <p:nvPicPr>
          <p:cNvPr id="27" name="Picture 26" descr="06_uml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07592"/>
            <a:ext cx="5029200" cy="49286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30352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No SQL database. State is a CSV, one pipeline pickle (scaler, columns, importances), three model pickles and three history files; a dictionary in app.py holds them while the server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Backend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Python 3.11.9, Flask 3.1.0, Flask-Cors 5.0.0 (development server)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Data and ML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NumPy 1.26.4 (the RBM itself), pandas 2.2.1, scikit-learn 1.5.0 (scaler, forest, metrics), imbalanced-learn 0.12.4, joblib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XGBoost 2.0.3 and scikit-learn baselines, Matplotlib 3.9.0 (figures)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19, Vite 8, React Router 7, Recharts 3, Framer Motion, GSAP, Lenis (port 5304)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Persistence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CSV, joblib pickles and JSON files on local disk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scripts/smoke_test.py (20 checks, standard library only); Playwright script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run.bat or run.ps1: installs requirements, starts Flask on 8304 and Vite on 5304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51023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645920"/>
                <a:gridCol w="523951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Data generator and preprocessing 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39,000 rows; 18 features; 6,400 / 1,600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GRBMC with PCD, SA and QS trainers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saved F1 94% (SAS), 94% (QS); PCD needs a tuned threshold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Flask API (16 routes)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20 of 20 smoke checks pass; median 17 ms per 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React interface (7 pages, light and dark)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22 real screenshots incl. mobile and offline states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Baselines and imbalance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 (scripts)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LR, RF, XGBoost; SMOTE, class weights, undersampling at 1 % fraud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Feature scaling in the batch route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Defect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accuracy 50% as served, 95% when scaled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Real transaction data, quantum 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synthetic data; classical simulation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Authentication, production server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 login; Flask development server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94.5%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ensemble F1 (acc 94.6%, n = 1,600)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94% / 94%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SAS / QS F1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58.8%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PCD accuracy: it flags 92 % of all transactions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96.7%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logistic regression F1, same split</a:t>
            </a:r>
          </a:p>
        </p:txBody>
      </p:sp>
      <p:pic>
        <p:nvPicPr>
          <p:cNvPr id="42" name="Picture 41" descr="f02_model_metr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65074"/>
            <a:ext cx="4937760" cy="2808011"/>
          </a:xfrm>
          <a:prstGeom prst="rect">
            <a:avLst/>
          </a:prstGeom>
        </p:spPr>
      </p:pic>
      <p:pic>
        <p:nvPicPr>
          <p:cNvPr id="43" name="Picture 42" descr="f03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653202"/>
            <a:ext cx="5943600" cy="1505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669280" y="4251960"/>
            <a:ext cx="5943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ROC-AUC is 0.986 for all three, so PCD ranks well but its 0.5 cut is wrong.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Logistic regression, random forest and XGBoost score higher on this synthetic data; the planted signal is easy.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Base-paper F1 (83 / 88 / 84) is on real data and is not comparable.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6235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Shipped models on the held-out 20 % split, threshold 0.5.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a4_deck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289537"/>
            <a:ext cx="3246120" cy="2285533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a4_deck_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289537"/>
            <a:ext cx="3246120" cy="2285533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a4_deck_bul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" y="3886433"/>
            <a:ext cx="3246120" cy="2285533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9" name="Picture 28" descr="a4_deck_c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3886433"/>
            <a:ext cx="3246120" cy="2285533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269480" y="1280160"/>
            <a:ext cx="438912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Dashboard.</a:t>
            </a:r>
            <a:r>
              <a:rPr sz="1500" b="0" i="0">
                <a:solidFill>
                  <a:srgbClr val="0F172A"/>
                </a:solidFill>
              </a:rPr>
              <a:t> Real counts from the 39,000-row file and the best F1 of each model.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Verify.</a:t>
            </a:r>
            <a:r>
              <a:rPr sz="1500" b="0" i="0">
                <a:solidFill>
                  <a:srgbClr val="0F172A"/>
                </a:solidFill>
              </a:rPr>
              <a:t> A 1,200 online, card-not-present payment: ensemble 68.4 %, challenge band, per-model bars (50.9 / 59.5 / 94.7 %).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Bulk.</a:t>
            </a:r>
            <a:r>
              <a:rPr sz="1500" b="0" i="0">
                <a:solidFill>
                  <a:srgbClr val="0F172A"/>
                </a:solidFill>
              </a:rPr>
              <a:t> The 20-row sample: 20 of 20 flagged, 50 % accuracy. This is the bulk-route unscaled-input defect, shown as captured.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Model comparison.</a:t>
            </a:r>
            <a:r>
              <a:rPr sz="1500" b="0" i="0">
                <a:solidFill>
                  <a:srgbClr val="0F172A"/>
                </a:solidFill>
              </a:rPr>
              <a:t> Metrics, curves, features and the QUBO matrix of each trained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20 /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API smoke checks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17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single check (p95 32 ms)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30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20-row CSV batch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No pytest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unit suite not written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11091672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60720"/>
                <a:gridCol w="5330952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The batch route receives unscaled values: a bare except hides the scaler error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Documented with measured impact; fix is first on the next-steps list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PCD at threshold 0.5 flags 83% of legitimate transactions (660 of 795)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Reported with the threshold sweep; threshold to be tuned on validation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History tables pick the best epoch on the test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Primary numbers use the final epoch; best-epoch kept as a labelled upper bound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6336792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quantum hardware and no real transaction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Classical simulation of the sampler and a synthetic dataset, stated on every results slide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PCD unstable: F1 69.2 +/- 23.1 over five 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Report mean and spread; use SAS and QS in the ensemble; threshold tuning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The batch route skips feature scaling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Measured the effect (50% against 95% accuracy); documented, fix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Simple baselines beat the RBM on this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Reported openly: LR F1 96.7% against 94.5%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Shared PC short of memory during 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Resumable experiment script with allocation retries; one process at a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554480"/>
            <a:ext cx="26060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737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70992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 and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423160"/>
            <a:ext cx="22037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Apply the scaler correctly in the batch route and add a regression test that would have caught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554480"/>
            <a:ext cx="26060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737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170992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Tune the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423160"/>
            <a:ext cx="22037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Choose the threshold on validation data, calibrate PCD, and report cost-based operating points.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554480"/>
            <a:ext cx="26060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737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170992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Real data pilot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423160"/>
            <a:ext cx="22037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Evaluate on a public real card dataset and on imbalance close to real life, with PR-AUC as the main metric.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554480"/>
            <a:ext cx="26060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737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170992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Strengthen the sampler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423160"/>
            <a:ext cx="22037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Replace the mean-field shortcuts with a proper annealing sampler; try D-Wave Leap access if it becomes available.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ePay AI">
  <a:themeElements>
    <a:clrScheme name="SecurePay AI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ecurePay 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curePay 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Learning: Review 2</dc:title>
  <dc:subject>Batch A4 (CSE-A)</dc:subject>
  <dc:creator>ARELLI PRAVEEN KUMAR, BANOTHU AJAY, D CHANDRIKA, BAIRAGONI VIJAY</dc:creator>
  <cp:lastModifiedBy/>
  <cp:revision>1</cp:revision>
  <dcterms:created xsi:type="dcterms:W3CDTF">2026-10-13T12:40:05Z</dcterms:created>
  <dcterms:modified xsi:type="dcterms:W3CDTF">2026-10-13T12:40:05Z</dcterms:modified>
  <cp:keywords>credit card fraud, restricted Boltzmann machine, class imbalance, machine learning</cp:keywords>
  <dc:description/>
</cp:coreProperties>
</file>