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No-graph baseline</c:v>
                </c:pt>
                <c:pt idx="1">
                  <c:v>GCN</c:v>
                </c:pt>
                <c:pt idx="2">
                  <c:v>GAT</c:v>
                </c:pt>
                <c:pt idx="3">
                  <c:v>GraphSAGE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0.8683239962651728</c:v>
                </c:pt>
                <c:pt idx="1">
                  <c:v>0.9584571010374963</c:v>
                </c:pt>
                <c:pt idx="2">
                  <c:v>0.9631834493138238</c:v>
                </c:pt>
                <c:pt idx="3">
                  <c:v>0.9749224544388323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No-graph baseline</c:v>
                </c:pt>
                <c:pt idx="1">
                  <c:v>GCN</c:v>
                </c:pt>
                <c:pt idx="2">
                  <c:v>GAT</c:v>
                </c:pt>
                <c:pt idx="3">
                  <c:v>GraphSAGE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0.7894736842105262</c:v>
                </c:pt>
                <c:pt idx="1">
                  <c:v>0.7426900584795323</c:v>
                </c:pt>
                <c:pt idx="2">
                  <c:v>0.8450292397660819</c:v>
                </c:pt>
                <c:pt idx="3">
                  <c:v>0.9064327485380117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No-graph baseline</c:v>
                </c:pt>
                <c:pt idx="1">
                  <c:v>GCN</c:v>
                </c:pt>
                <c:pt idx="2">
                  <c:v>GAT</c:v>
                </c:pt>
                <c:pt idx="3">
                  <c:v>GraphSAGE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0.8269937022607627</c:v>
                </c:pt>
                <c:pt idx="1">
                  <c:v>0.836866570268526</c:v>
                </c:pt>
                <c:pt idx="2">
                  <c:v>0.9001419758151261</c:v>
                </c:pt>
                <c:pt idx="3">
                  <c:v>0.9393326641903492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BotGraph: fake accounts and coordinated botnets found from the shape of the social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Problem, method, headline numbers with their protocol, then the caveat that botnets are injected.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Saha et al., IEEE Access 2026. BotGraph keeps the data family (SNAP Facebook), the GraphSAGE backbone idea and the 60/20/20 split; the Prufer features are listed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the PDFs (PruferNET, RABot, HW-GNN) or the arXiv record (LGB). The last three rows come from the batch survey with titles only; they are not cited for any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gaps. BotGraph addresses each with a measurement or a feature: baseline comparison, clusters, scalability sweep, moderator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problem points from the batch statement and the stated need, then input, output and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lanes: learn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 app, API, ML pipeline and storage. Everything runs on one Windows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split, features and training budget for every model, so differences come from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Topology is real; botnets, timing and interaction features and handles are synthetic and seeded so cluster detection can be scored against a known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two core algorithms of the ml package as flowcharts (ml/train.py and ml/clustering.py).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sign-in, scoring, a moderator decision and retraining; and the use cases of the analyst, the moderator and the researcher.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reviews and training_runs have a foreign key to users; the graph, scores and clusters are logical entities stored as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honest absences.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Accuracy is 0.959 for the baseline only because 87.4% of accounts are genuine; F1, precision and recall are the honest metrics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actual class; confusion matrices are from seed 0 (stored per model). The threshold sweep is descriptive, not a tuned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Botnet recovery per botnet and the feature-group ablation (scripts/run_extra_experiments.py). The ablation retrains in memory, so its all-features row can differ from the main table in the third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Latency: 20 requests per endpoint on 127.0.0.1, warm server, shared i5-12500 (upper bounds). Cost grows roughly in proportion to the number of ties; disjoint copies understate a well-mixed real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tasks, labels and datasets differ. What BotGraph takes from the paper: SNAP Facebook data, GraphSAGE, the 60/20/20 split, and structure-plus-attributes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 with the shipped model and committed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 list and the 'Why this score' view (gradient x input attribution, a first-order approximation).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Decisions are stored in SQLite and used as training labels at the next retraining run; the test split is never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what 'met'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list, including the batch-survey titles that could not be verified,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Analysis for Scalable Fake Profile Detection and Botnets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BotGraph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23K91A0538   BIJJA NAGA LAKSHMI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23K91A0564   DIVVELA SRIVATSHAV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23K91A0504   ADUMULLA DURGA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23K91A0550   BURUGULA KOUSHIK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Neelima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Clustering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Comparison, Confusion Matrix, Threshold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Botnet Clusters &amp; Feature Groups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Fake profiles are created faster than moderators can remove them, and per-account classifiers miss coordinated networks whose single profiles look legitimate. BotGraph treats accounts as nodes and interactions as edges and learns from each account's neighbourhood.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 of 4,533 accounts and 94,456 ties with 23 features; GCN, GAT and GraphSAGE compared with a no-graph baseline on one split (mean of 3 seeds).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is best: F1 0.939 against 0.827 without the graph (+11.2 points); GCN adds only +1.0. Louvain over the embeddings recovers 8 of 8 injected botnets.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moderator queue turns confirm/dismiss decisions into training labels; scalability measured up to 36,264 accounts and 755,648 ties on CPU.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Caveat: the botnets, the timing and interaction features and the handles are synthetic (seeded). GraphSAGE on node degree alone scores F1 0.965, above all 23 features: the injected structure is easy, so the headline F1 is not real-platform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A. Saha, N. K. Sarkar and S. Pratihar, "PruferNET: An augmented graph neural network for influential node detection in social networks," IEEE Access, vol. 14, pp. 79940-79959, 2026, doi: 10.1109/ACCESS.2026.3695637.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PruferNET: Prufer-sequence structural features with GraphSAGE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3-class node classification by depth in a minimum spanning tree (Very Shallow / Shallow / Deep) - an influence task, not bot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Edge weight 1/(deg u + deg v) -&gt; minimum spanning tree -&gt; Prufer sequence -&gt; frequency, entropy, unique ratio, transition influence, subtree depth; plus degree, closeness, PageRank, trust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SNAP Facebook, 4,039 nodes and 88,234 edges; Email-Eu-core, 986 nodes and 16,064 edges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 and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GraphSAGE, 64 hidden units, dropout 0.5, AdamW lr 0.003, 300 epochs; 60/20/20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accuracy 99.63% with Prufer features against 96.54% with traditional features; 5-fold check on Facebook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fake or bot labels, no coordinated clusters, no moderator loop, no scalability measurement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242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640080"/>
                <a:gridCol w="4023360"/>
                <a:gridCol w="365760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Saha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GraphSAGE + Prufer-sequence structural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99.63% vs 96.54% accuracy on depth classes; no bot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RABot (Zhang et al.)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Neighbourhood-aware oversampling + RL edge filtering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Targets class imbalance and topological noise; three benchmarks, four GNN backbones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HW-GNN (Liu et al.)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Homophily-aware Gaussian-window spectral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Average +4.3% F1 over existing methods, as reported by the authors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LGB (arXiv 2406.08762)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Language model + GNN for sparsely connected accounts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 to 10.95% over baselines on two datasets, as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survey: AdapTGN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Adaptive temporal-relational GNN for bot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 only; not independently 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survey: Arabic fake news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GNN for fake-news identification in Arabic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 only; not independently 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survey: metadata stacking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Account metadata, feature selection, stacking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 only; nearest match found: Sharma &amp; Borah, IJ-ICT 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surveyed GNN work applies relational learning to influence and node classification; applying it to fake-profile and botnet detection at platform scale is the gap named in the batch survey.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per-account score leaves a moderator with thousands of items; the coordinated cluster is the unit they can act on.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Whether the graph earns its place needs a no-graph baseline on the same split, features and training budget, with class imbalance (1 account in 8 is fake) and camouflaged profiles.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Scalability has to be measured: how training and inference time grow with nodes and ties.</a:t>
            </a:r>
          </a:p>
          <a:p>
            <a:pPr algn="l" marL="256032" indent="-201168">
              <a:spcAft>
                <a:spcPts val="15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Moderator decisions are valuable labels, but retraining on them must keep the test split untouched to stay comparable.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Fake profiles are created faster than manual moderation can remove them.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Per-account classifiers miss coordinated networks whose individual profiles appear legitimate.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Bot behaviour evolves quickly, so static rules and signatures become obsolete.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 imbalance and label noise degrade conventional supervised models.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graph-based detector that classifies accounts from their relational context and exposes coordinated botnet clusters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Public datasets assembled into a graph of 4,533 accounts and 94,456 ties, 23 features per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Fake-probability per account with reasons and neighbourhood, botnet clusters, a moderator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Decision log, retraining runs with F1 before and after, measured metrics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Construct a graph representation of the social platform with accounts as nodes and interactions as edges.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Engineer node features covering profile metadata, posting behaviour and interaction frequency.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Implement and compare GCN, GAT and GraphSAGE architectures for account classification.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Detect coordinated botnet clusters from the learned graph embeddings.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Evaluate detection accuracy, precision and recall against labelled fake-account datasets.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Assess scalability as the number of nodes and edges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Learn - from graph to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datasets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1176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Graph + 23 features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7176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196596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GCN / GAT / GraphSAGE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3176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196596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Threshold on validation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9176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96596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Act - from scores to moderator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51176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29184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Louvain clusters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37176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329184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Moderator queue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23176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329184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 / dismiss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09176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6920" y="329184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Retrain on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account is scored from its own features and its neighbourhood; a feature-only MLP on the same split shows what the graph adds.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Accounts scoring 0.30 or more are grouped by community detection over the learned embeddings and real ties; dense groups are labelled coordinated, sparse ones loose.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decision on a cluster applies to all members; retraining never touches the test split, so before and after F1 are comparable.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1645920"/>
            <a:ext cx="5181599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83080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app: React 18 + Vite 5 on port 5309, V4 Soft Pastel Calm design kit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on port 8309, 18 JSON endpoints, JWT roles (analyst, moderator)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ml package: graph builder, GCN / GAT / GraphSAGE in plain PyTorch sparse ops, training, clustering, evaluation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 for users, decisions and retraining runs; graph, weights, scores and clusters as files loaded once at start-up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calls to outside services at run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12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74" y="1645920"/>
            <a:ext cx="605481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23 standardised features: profile 12, posting 4, temporal 6, interaction 1.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Two message-passing layers, 64 hidden units, dropout 0.3; GCN, GraphSAGE and 4-head GAT, plus an MLP baseline.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Adam, lr 0.01, weight decay 5e-4; class-weighted cross-entropy (weight sqrt(neg/pos)); up to 160 epochs, patience 40 on validation F1.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Decision threshold tuned on the validation set; three seeds per model; best architecture chosen on validation F1.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Scores explained by gradient x input attribution (first-order approximation).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Graph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4,533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850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accounts (3,963 real + 570 injected)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94,456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578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ties (88,156 real + 6,300 injected)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269748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41063"/>
            <a:ext cx="242316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4306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fake accounts (12.6%): 420 in 8 botnets + 150 lone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429000" y="1691640"/>
          <a:ext cx="827532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1371600"/>
                <a:gridCol w="33375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Licence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SNAP Facebook social circles (ten ego networks)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public research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topology: 3,963 accounts, 88,156 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Instagram fake / spammer / genuine accounts (696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CC BY 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profile attributes, resampled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Twitter bot detection dataset (50,000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CC0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posting behaviour (label carries almost no signal)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Injected botnets (seed 7)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 botnets, 150 lone spammers, timing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429000" y="4663440"/>
            <a:ext cx="8229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Stratified 60/20/20 split: 2,719 train, 906 validation, 908 test (114 fake), the same for every model.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Camouflage by design: 198 bots get a genuine-looking profile and 231 genuine accounts a fake-looking one, so the profile alone cannot solve the task.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Nothing is scraped from a live platform.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Clustering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33" y="1645920"/>
            <a:ext cx="3979333" cy="4297680"/>
          </a:xfrm>
          <a:prstGeom prst="rect">
            <a:avLst/>
          </a:prstGeom>
        </p:spPr>
      </p:pic>
      <p:pic>
        <p:nvPicPr>
          <p:cNvPr id="8" name="Picture 7" descr="11_flowchart_cluste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207" y="1645920"/>
            <a:ext cx="4132384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build, 4 models x 3 seeds, threshold on validation, serve best. Right: candidates p &gt;= 0.30, similarity graph + real ties, Louvain, groups &lt; 5 dropped, coordinated if density &gt;= 5%.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645920"/>
            <a:ext cx="4857750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97049"/>
            <a:ext cx="5212080" cy="3961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50" y="1645920"/>
            <a:ext cx="4779818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37360"/>
          <a:ext cx="48463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email, name, role, bcrypt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decision, note, score, members, used_in_run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training_runs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F1 before / after, labels used, 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data/processed/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graph.npz, accounts.csv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weights, scores.npz, clusters.json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experiments/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 and scalability 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Three SQLite tables hold what moderators do; the graph and the model outputs are files, so the database stays small.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36 /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smoke-test checks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 screens (React)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~2,400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Python (ml, backend, scripts)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 are written against sparse tensors in plain PyTorch; torch-geometric was avoided because its Windows wheels often fail to build.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 returns a signed JWT (12 hours); passwords are bcrypt hashes; analysts get 403 on decisions and retraining; CORS allows only the web origin.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API loads graph, scores and clusters once at start-up (5.1 s); every screen has loading, empty and error states.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Retraining runs as a background job: decisions become labels, the test split is never touched, F1 before and after is stored per model.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present: password reset, MFA, rate limiting, live platform ingestion, a pytest suite.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Comparison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F1 (served model)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2930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ROC-AUC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2743200"/>
          <a:ext cx="1115568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Test split of 908 accounts (114 fake), mean of 3 seeds. F1 lift over the baseline: GCN +1.0, GAT +7.3, GraphSAGE +11.2 points. GCN's precision is high but its recall (0.743) is below the baseline's (0.789). F1 std: GraphSAGE 0.006, GAT 0.018.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Threshold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No-graph baseline, test (908), seed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genuine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fake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genuine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782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98.5% of 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1.5% of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fake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17320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24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21.1% of 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0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90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78.9% of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GCN, same test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genuine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fake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genuine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9512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12080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791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99.6% of row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0.4% of 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108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fake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39512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12080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28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24.6% of 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37960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86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75.4% of 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GraphSAGE (served), same test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genuine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9" y="20574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 fake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genuine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06840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791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99.6% of row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0151" y="240487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332719" y="23774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0.4% of 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108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actual fake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4272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FB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06840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7.9% of row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60151" y="3136392"/>
            <a:ext cx="1271016" cy="676656"/>
          </a:xfrm>
          <a:prstGeom prst="roundRect">
            <a:avLst>
              <a:gd name="adj" fmla="val 5000"/>
            </a:avLst>
          </a:prstGeom>
          <a:solidFill>
            <a:srgbClr val="C6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332719" y="310896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105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92.1% of row</a:t>
            </a:r>
          </a:p>
        </p:txBody>
      </p:sp>
      <p:pic>
        <p:nvPicPr>
          <p:cNvPr id="46" name="Picture 45" descr="f07_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51109"/>
            <a:ext cx="4937760" cy="227622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23560" y="4023360"/>
            <a:ext cx="6080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at the served threshold 0.5: precision 0.972, recall 0.921; 3 false alarms and 9 missed fakes among 908 accounts.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F1 stays between 0.927 and 0.952 for every threshold from 0.30 to 0.60, so the result does not hinge on the tuned value; the sweep peaks at 0.952 (0.40), on the test split itself, so it is analysis only.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Baseline at 0.5: 12 false alarms and 24 misses; to reach recall 0.91 it must accept precision 0.61 (threshold 0.25). GCN: 3 false alarms, 28 misses.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sweep uses the served scores (seed 0); the served threshold was tuned on validation.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Botnet Clusters &amp; Feature Groups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6_cluster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2" y="1600200"/>
            <a:ext cx="4984434" cy="2743200"/>
          </a:xfrm>
          <a:prstGeom prst="rect">
            <a:avLst/>
          </a:prstGeom>
        </p:spPr>
      </p:pic>
      <p:pic>
        <p:nvPicPr>
          <p:cNvPr id="8" name="Picture 7" descr="f08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76409"/>
            <a:ext cx="5486400" cy="23907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4348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 of 8 injected botnets are single Louvain communities: mean recall 1.000, mean precision 0.988; one extra loose group of 160 lone spammers and look-alikes (tie density 0.0014).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split, served model: all 82 botnet members caught (baseline 64) but only 23 of 32 lone spammers (baseline 26): all 9 misses are lone spammers of degree 4-8.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Known-answer test on seeded botnets, not evidence about real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348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Ablation F1 (3 seeds, MLP / GraphSAGE): all 23 features 0.822 / 0.942; without the temporal group 0.515 / 0.840 (largest drop, and those features are synthetic); without posting behaviour 0.822 / 0.946 (adds nothing).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on node degree alone scores 0.965, above all 23 features: the injected structure is easy, so headline F1 is not real-platform accuracy.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36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smoke-test checks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3-16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API latency, 10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0.39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GraphSAGE epoch, 36,264 accounts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sign-in (bcrypt check)</a:t>
            </a:r>
          </a:p>
        </p:txBody>
      </p:sp>
      <p:pic>
        <p:nvPicPr>
          <p:cNvPr id="23" name="Picture 22" descr="f05_scal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57" y="2651760"/>
            <a:ext cx="4514045" cy="2286000"/>
          </a:xfrm>
          <a:prstGeom prst="rect">
            <a:avLst/>
          </a:prstGeom>
        </p:spPr>
      </p:pic>
      <p:pic>
        <p:nvPicPr>
          <p:cNvPr id="24" name="Picture 23" descr="f10_api_lat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272" y="2651760"/>
            <a:ext cx="4844575" cy="228600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5029200"/>
          <a:ext cx="11155680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77724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End-to-end smoke test (own API, scratch database)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 of 36 passed: auth and roles, graph, models beat baseline, scores, clusters, decisions, retraining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Scalability, disjoint copies,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4,533 to 36,264 accounts (94,456 to 755,648 ties): GraphSAGE epoch 0.06 to 0.39 s, GAT 0.26 to 2.02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load and concurrency, adversarial evasion, platform-scale graphs, formal user acceptance, a pytest suite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754880"/>
                <a:gridCol w="484632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PruferNET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BotGraph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3-class depth label in a spanning tree (influence)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Binary fake-account label; botnet clusters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Derived from tree depth; no fake accounts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570 of 4,533 accounts fake (12.6%); partly synthetic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SNAP Facebook 4,039 nodes / 88,234 edges; Email-Eu-core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SNAP Facebook topology + 570 injected accounts; Instagram and Twitter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GraphSAGE + Prufer features, dropout 0.5, AdamW 0.003, 300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GCN, GAT, GraphSAGE vs MLP; dropout 0.3, Adam 0.01, &lt;= 160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60/20/20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60/20/20 stratified, 3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99.63% with Prufer, 96.54% without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GraphSAGE F1 0.939, accuracy 0.985; baseline F1 0.827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Beyond the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Clusters 8 of 8, moderator retraining, scalability sweep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852160"/>
            <a:ext cx="11155680" cy="548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comparable: different task, labels and data, so 99.63% and 0.985 measure different things; no ranking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Overview and Model Comparison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4_overvi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3_models_comparis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trust and safety overview - 4,533 accounts, 548 flagged (12.1%), 8 botnet clusters plus 1 loose group, F1 93.9% (+11.2 points vs no graph). Right: the four architectures on the same split with F1 ± std, ROC-AUC, PR-AUC, lift and training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Botnet Clusters and Account Explanation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8_cluster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b_account_reasons_and_neighbourhoo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Louvain groups with size, average fake probability, tie density and shared peak hour - eight coordinated clusters and one 160-account loose group (density 0%). Right: why one account scores high - account age, peak-hour share and burstiness push towards fake, and its 16 flagged neighbours add to the margin.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Moderator Queue and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1_queue_cluster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account_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2" y="1645920"/>
            <a:ext cx="5414894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queue of clusters to review with the retrain panel (demo database: 4 decisions confirmed fake, 1 dismissed, 38 labelled accounts ready for the next run). Right: an account page - fake probability 100% from all four models, member of a 56-account cluster, decision recorded as confirmed fake.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working end-to-end system: GraphSAGE reaches F1 0.939 against 0.827 without the graph; 8 of 8 injected botnets are recovered; 36 smoke-test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Findings: the graph helps, unequally (GCN +1.0 points, GraphSAGE +11.2); node degree alone nearly solves the injected benchmark, so F1 is not real-platform accuracy.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10896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84048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Graph of accounts and interactions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4,533 nodes, 94,456 ties, documented schema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Node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23 features in four groups; no text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Compare GCN, GAT, GraphSAGE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one split, 3 seeds, plus a no-graph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Botnet clusters from 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on injected botnets (8 of 8); real botnets untested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Accuracy, precision, 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six metrics, ROC and PR, confusion matrices; labels partly synthetic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Scalability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to 36,264 accounts and 755,648 ties on CPU; platform scale untested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Botnets are injected and seeded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Temporal and interaction features are synthetic; profile and posting rows are resampled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text or linguistic features; static snapshot graph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split, 3 seeds; GAT varies by ±0.01 between runs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Scalability only to 36k accounts, on CPU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adversarial, load or user-acceptance testing; demo authentication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Prufer / spanning-tree structural features from the base paper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 features from posts; temporal graphs that follow accounts over time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Neighbour sampling and GPU training for platform-scale graphs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labelled botnets; cross-validation and confidence intervals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Robustness to bots that adapt; live ingestion with rate limits and MFA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A. Saha, N. K. Sarkar and S. Pratihar, "PruferNET: An augmented graph neural network for influential node detection in social networks," IEEE Access, vol. 14, pp. 79940-79959, 2026, doi: 10.1109/ACCESS.2026.3695637.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L. Zhang, X. Wang, H. Du, Y. Xu, Z. Liu and Y. Liu, "RABot: Reinforcement-guided graph augmentation for imbalanced and noisy social bot detection," arXiv:2602.21749, Feb. 2026.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Z. Liu, J. Gao, Z. Ji and L. Zhao, "HW-GNN: Homophily-aware Gaussian-window constrained graph spectral network for social network bot detection," arXiv:2511.22493, Nov. 2025.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M. Zhou, D. Zhang, Y. Wang, Y. Geng, Y. Dong and J. Tang, "LGB: Language model and graph neural network-driven social bot detection," arXiv:2406.08762, Jun. 2024.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T. N. Kipf and M. Welling, "Semi-supervised classification with graph convolutional networks," in Proc. Int. Conf. Learn. Represent. (ICLR), 2017, arXiv:1609.02907.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P. Velickovic, G. Cucurull, A. Casanova, A. Romero, P. Lio and Y. Bengio, "Graph attention networks," in Proc. Int. Conf. Learn. Represent. (ICLR), 2018, arXiv:1710.10903.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W. L. Hamilton, R. Ying and J. Leskovec, "Inductive representation learning on large graphs," in Advances in Neural Information Processing Systems (NeurIPS), vol. 30, 2017, pp. 1024-1034.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V. D. Blondel, J.-L. Guillaume, R. Lambiotte and E. Lefebvre, "Fast unfolding of communities in large networks," J. Stat. Mech.: Theory Exp., no. 10, p. P10008, 2008.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J. McAuley and J. Leskovec, "Learning to discover social circles in ego networks," in Advances in Neural Information Processing Systems (NeurIPS), vol. 25, 2012, pp. 539-547.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D. P. Kingma and J. Ba, "Adam: A method for stochastic optimization," in Proc. Int. Conf. Learn. Represent. (ICLR), 2015, arXiv:1412.6980.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A. Paszke et al., "PyTorch: An imperative style, high-performance deep learning library," in Advances in Neural Information Processing Systems (NeurIPS), vol. 32, 2019, arXiv:1912.01703.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A9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Graph">
  <a:themeElements>
    <a:clrScheme name="BotGraph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otGraph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otGrap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 Analysis for Scalable Fake Profile Detection and Botnets - Final Review</dc:title>
  <dc:subject>BotGraph</dc:subject>
  <dc:creator>Batch A9, Dept. of CSE, TKRCET</dc:creator>
  <cp:lastModifiedBy>Batch A9, Dept. of CSE, TKRCET</cp:lastModifiedBy>
  <cp:revision>1</cp:revision>
  <dcterms:created xsi:type="dcterms:W3CDTF">2026-10-07T05:03:03Z</dcterms:created>
  <dcterms:modified xsi:type="dcterms:W3CDTF">2026-10-07T05:03:03Z</dcterms:modified>
  <dc:description/>
  <cp:keywords>graph neural networks, fake profile detection, botnet detection, GCN, GAT, GraphSAGE, Louvain</cp:keywords>
</cp:coreProperties>
</file>