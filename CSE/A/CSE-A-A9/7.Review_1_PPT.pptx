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BIJJA NAGA LAKSHMI	23K91A0538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DIVVELA SRIVATSHAV	23K91A0564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ADUMULLA DURGA	23K91A0504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BURUGULA KOUSHIK	23K91A0550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NEELIMA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Graph Neural Network Analysis for Scalable Fake Profile Detection and Botnets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rapid growth of Indian social platforms has triggered a surge in sophisticated fake profiles and automated botnets that threaten national security, user privacy.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Traditional rule-based filters and classical machine learning models struggle to catch these threats because modern bot behaviors evolve too quickly.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To solve this, a novel Graph Neural Network (GNN) framework maps entire social ecosystems into relational data graphs.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By deploying advanced GCN, GAT, and GraphSAGE architectures, the system extracts deep structural embeddings and fuses them with behavioral data.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approach significantly outperforms conventional classifiers, delivering higher precision and F1-scores on highly imbalanced fraud datasets to expose hidden.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"PruferNET: An Augmented Graph Neural Network for Influential Node Detection in Social Networks"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10.1109/access.2026.3695637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applies GNNs to influence and node classification in social graphs. The gap is applying the same relational learning specifically to fake-profile and botnet detection at platform scale.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Social platforms carry a growing population of fake profiles and automated bot accounts.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These accounts spread misinformation, inflate engagement and threaten user trust.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Rule-based filters and classical classifiers examine each account in isolation and miss coordinated behaviour.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social platform is naturally a graph: accounts are nodes and interactions are edges.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Graph Neural Networks learn from an account's neighbourhood, not just its own attributes.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Coordinated bot networks become visible in graph structure even when individual profiles look normal.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PruferNET: An Augmented Graph Neural Network for Influential Node Detection in Social Networks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AdapTGN: An Adaptive Temporal-Relational Graph Neural Network for Social Media Bot Detection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A Novel Graph Neural Network Approach for Social Network Fake News Identification in Arabic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Proceedings of the 18th International Conference on Agents and Artificial Intelligence,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Social Media Bot Detection Using Account Metadata, Advanced Feature Selection, and Stacking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Journal of Science and Research (IJSR),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LGB Language Model and Graph Neural Network-Driven Social Bot Detection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Research Digest on Engineering Management and Social Innovations, 2026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Construct a graph representation of the social platform with accounts as nodes and interactions as edges.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Engineer node features covering profile metadata, posting behaviour and interaction frequency.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Implement and compare GCN, GAT and GraphSAGE architectures for account classification.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Detect coordinated botnet clusters from the learned graph embeddings.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Evaluate detection accuracy, precision and recall against labelled fake-account datasets.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Assess scalability as the number of nodes and edges grows.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Fake profiles are created faster than manual moderation can remove them.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Per-account classifiers miss coordinated networks whose individual profiles appear legitimate.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Bot behaviour evolves quickly, so static rules and signatures become obsolete.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Class imbalance and label noise degrade conventional supervised models.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graph-based detector that classifies accounts from their relational context and exposes coordinated botnet clusters at scale.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