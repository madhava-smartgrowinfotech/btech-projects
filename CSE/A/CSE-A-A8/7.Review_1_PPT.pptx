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BANOTH SWAPNA	23K91A0528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BEKKAM VARSHITHA	23K91A0535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 NAVADEEP REDDY	23K91A0502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BUDIGAM MANOJ	23K91A0546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L.G REDDY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AI-POWERED MEDICAL LAB REPORT ANALYSIS &amp; HEALTH INSIGHTS PLATFORM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AI-Powered Medical Lab Report Analysis &amp; Health Insights Platform is an intelligent, fully automated web application designed to eliminate the confusion and manual effort.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allows patients and healthcare providers to upload lab reports in PDF or scanned image format and instantly converts them into structured.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Using a combination of PP-OCR for high-speed text extraction and CRF-based Named Entity Recognition (NER), the platform accurately identifies key components - test name.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An AI-driven interpretation module automatically compares values against standard ranges and generates patient-friendly explanations, possible causes for abnormal results.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All processed reports are securely stored using Supabase, enabling long-term tracking and visualization of health trends through interactive dashboards built with React.js.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"RAG-Based Blood Test Report Analysis to Reverse Metabolic Syndrome"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Communications on Applied Nonlinear Analysis   |   2025   |   DOI: 10.52783/cana.v32.5718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base paper applies RAG to blood report interpretation for a single condition. The gap is a general report-analysis platform covering arbitrary lab parameters with extraction, explanation and longitudinal trend tracking.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Patients receive laboratory reports as PDFs or scans filled with parameters and reference ranges they cannot interpret.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Understanding a report normally requires a follow-up consultation, adding cost and delay.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Optical character recognition converts a scanned report into structured, machine-readable values.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Named entity recognition then identifies the test name, value, unit and reference range.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Retrieval-augmented generation explains each abnormal value using trusted medical sources.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Tracking values across successive reports reveals trends that a single report cannot show.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RAG-Based Blood Test Report Analysis to Reverse Metabolic Syndrome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Communications on Applied Nonlinear Analysis,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A serialization method for digitizing the image-based medical laboratory report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DIGITAL HEALTH,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P-025 HEALTH AND SAFETY IN MEDICAL ANALYSIS LABORATORY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Occupational Medicine,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Analysis of Laboratory Data of Rt-Pcr Testing for Sars-Cov-2 in Svrdl at Government Medical College.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Himalayan Journal of Community Medicine and Public Health,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Inter-laboratory study for extraction testing of medical devices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Journal of Pharmaceutical and Biomedical Analysis,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Accept lab reports in PDF or scanned image form and extract text using high-speed OCR.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Apply named entity recognition to identify test parameters, values, units and reference ranges.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Compare each extracted value against its reference range and flag abnormal results.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Generate plain-language explanations for abnormal findings, grounded in trusted medical sources.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Track parameters across successive reports to display health trends over time.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Present results through a dashboard and evaluate extraction accuracy against manually labelled reports.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Laboratory reports are written for clinicians, leaving patients unable to interpret their own results.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reading of every parameter is slow and error-prone for both patients and staff.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tools digitise reports but do not explain what an abnormal value means.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No history is retained, so a patient cannot see whether a parameter is improving or worsening.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platform that reads a lab report automatically, explains abnormal values in plain language, and tracks them over time.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