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review shows how ATHENA is designed and built, what is implemented, the first measured results and the open items. All model results are on a seeded synthetic dataset, and we say so on every results slide. Introduce the four team members and the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for the design and progress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of Review 1: the survey gap is that models are evaluated on single-modality structured data. ATHENA fuses a scanned report with the vitals and shows the reasoning. The base paper is a diagnostic comparison on typed data with a different target, so numbers are never put side by side without that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routes live in backend/app/routes/api.py. There is no external service: OCR, model and explainer run locally, so the product works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model never replaces the clinician: the priority is a suggestion shown with its reasons, and every change is logged with who, when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frank: the dataset is simulated. A Kaggle triage dataset was identified as the real-data entry point, but its download script was never run, so no real record was used. The generator is seeded so every number is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reader is rule-based, not a medical language model. On the 12 generated sample reports it is 100 percent, but they were written with the lexicon in view; the 40-fragment stress set is the more honest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XGBoost was chosen for SHAP's exact tree explainer and non-linearity headroom on real data, not because it won here: logistic regression is higher on the synthetic labels because they come from an additive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 paper tunes each of 19 algorithms with Optuna (100 trials). We did not tune: one fixed configuration, so our numbers carry no tuning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flowchart mirrors triage.predict. The threshold table is analysis only. A separate high-risk rule (flag when P1+P2 is at least 0.4) was measured but is not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 1 splits the system into request validation, report reading, triage scoring, patient storage, override handling, metrics and offline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patient row stores the model's own suggestion next to the current priority, so every clinician change can be audited against what the model said.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Versions are pinned in requirements.txt and package.json. The original plan named Node, Flask, MongoDB, BioBERT and PaddleOCR; FastAPI, SQLite, a lexicon and RapidOCR were used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of the code base. The last two rows are the honest gaps against the original abstract: a lexicon replaces the medical language model, and the agent, RAG and disease-risk parts were not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Headline findings. 1) 69.4% exact and 99.7% within one level on the held-out synthetic cases. 2) The report adds 27.7 points over vitals alone. 3) Linear baseline is higher, so the label rule is nearly linear. 4) P1 recall 43.9% and high-risk recall 66.2% are the weak points; flagging when P1+P2 is at least 0.4 would give 84.3% recall at 81.6% precision, not implemented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of the running app. The queue holds 12 labelled sample cases plus the patient entered during the capture; the performance page shows the synthetic hold-out numbers with a banner saying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Tests cover the reader, the model wrapper and the API; the smoke script runs against the live server. Each observation came from running the code and is recorded rather than fixed silently.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challenge was met by a concrete design choice or by measuring it and saying so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 to the final review. Real data is the largest gap; the high-risk rule is the cheapest safety gain because its effect was already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XGBoost when logistic regression scored higher; why synthetic data; why a lexicon instead of BioBERT; how the numbers relate to the base paper (they do not, different task and data).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ATHENA - Autonomous Triage and Healthcare Electronic Neural Assistant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methodology and progress: a scanned report and eight vitals fused into an explainable priority from 1 to 5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Badaveni Srinath  23K91A0523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Basani Avinash  23K91A0532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Degala Praneeth  23K91A0561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Bontha Saisree  23K91A0545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K. Shalini,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&amp; Technology  ·  Batch A7 (CSE-A)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Recap and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Methodology and dataset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Report reading and fusion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Model and training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Decision logic and data flow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Entities, UML, technology stack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Progress and preliminary results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Output screens and testing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Challenges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3520440" cy="4114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3118104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Triage decides who is seen first, but it varies with the person on duty and under-identifies critical illness. Models built on structured fields cannot see a scanned report, and a bare prediction with no reasons is not accepted at the bedside.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463040"/>
            <a:ext cx="3520440" cy="4114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331720"/>
            <a:ext cx="3118104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ATHENA reads a PDF or scan, takes eight vitals, fuses them into 36 inputs, and gives a calibrated priority 1 to 5 with the strongest reasons (SHAP). The clinician accepts or changes it; the reason is stored.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463040"/>
            <a:ext cx="3520440" cy="4114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61848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 link [1]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331720"/>
            <a:ext cx="3118104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Mlodawski et al. compare 19 classifiers on typed symptoms, rank diagnoses (TOP-1 / TOP-3) and explain with SHAP and LIME. We keep ranking, a confidence threshold and SHAP, and add scanned reports, vitals and a priority target. Results are not comparable.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a7_r2_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501" y="1188720"/>
            <a:ext cx="6189076" cy="52120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23760" y="1325880"/>
            <a:ext cx="443484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</a:rPr>
              <a:t>Three tiers, one file database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Browser: React 19 single-page app (port 5307), six screens, dark mode, proxy to /api.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Server: FastAPI (port 8307), 13 endpoints, JWT bearer tokens, 15 MB upload cap, pydantic range checks.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Services: extract.py (report reading), features.py (fused record), triage.py (XGBoost, calibration, SHAP), pdf.py (summary).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Storage: SQLite via SQLAlchemy (users, patients, overrides); model, sample reports and metrics are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from scan to decision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pic>
        <p:nvPicPr>
          <p:cNvPr id="26" name="Picture 25" descr="a7_r2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70" y="1280160"/>
            <a:ext cx="6375298" cy="457200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589520" y="1280160"/>
            <a:ext cx="4050791" cy="1508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26679" y="1344168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1. Read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1664207"/>
            <a:ext cx="3794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PDF text layer, or local RapidOCR for images and image-only pages. A lexicon of 22 flags plus six lab rules turns text into report flags, each with its page.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2907791"/>
            <a:ext cx="4050791" cy="1508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26679" y="2971799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2. Fuse and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3291839"/>
            <a:ext cx="3794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28 report flags and 8 vitals make 36 inputs. Calibrated XGBoost gives priority, risk level and confidence; SHAP lists the drivers.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4535424"/>
            <a:ext cx="4050791" cy="1508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26679" y="4599432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3. Decide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4919472"/>
            <a:ext cx="3794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The clinician accepts or changes the priority (reason required). The override is stored and the queue reorders.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4360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Workflow of one patient, as implemented in the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seeded synthetic triage records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28016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6,000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synthetic patients (seed 7307)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28016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clinical archetypes simulated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28016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</a:rPr>
              <a:t>3,840 / 960 / 1,200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fit / calibration / test split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28016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36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inputs: 8 vitals + 28 report flags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697480"/>
          <a:ext cx="11091672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935431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How the data is made (ml/make_data.py)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Archetypes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minor 33.6%, cardiac 14.6%, respiratory 11.9%, trauma 11.7%, abdominal 10.3%, infection 9.4%, neuro 8.5%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Vitals and flags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vitals drawn from clipped normal distributions shifted per archetype; report flags drawn from per-archetype probabilities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Label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 hand-written severity score (vitals thresholds + flag weights + arrival bonus) plus noise (sd 0.4), cut into priorities 1 to 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Class balance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P1 5.5%, P2 19.9%, P3 26.1%, P4 26.7%, P5 21.8%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Ceiling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knowing the clean score reproduces the label for 86.25% of rows: no model can exceed that exact 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No real patient data was used. Accuracy measures recovery of a known rule, not agreement with clinicians. Real triage records are future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reading and fusion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Scanned report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22961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3078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PDF text or OCR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11175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1292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Unwrap, split sentences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9389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506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Lexicon + negation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7603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7720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Lab values vs ranges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758172" y="1664207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959340" y="1325880"/>
            <a:ext cx="1680972" cy="91440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36-input record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560320"/>
            <a:ext cx="356616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48640" y="2560320"/>
            <a:ext cx="73152" cy="10972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49808" y="2651760"/>
            <a:ext cx="32918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3196742"/>
            <a:ext cx="329184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lexicon flags: 11 symptoms, 5 findings, 6 history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79" y="2560320"/>
            <a:ext cx="356616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4297679" y="2560320"/>
            <a:ext cx="73152" cy="10972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498847" y="2651760"/>
            <a:ext cx="32918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98847" y="3196742"/>
            <a:ext cx="329184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lab values read with unit and reference range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19" y="2560320"/>
            <a:ext cx="356616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8046719" y="2560320"/>
            <a:ext cx="73152" cy="10972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247888" y="2651760"/>
            <a:ext cx="32918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45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3196742"/>
            <a:ext cx="329184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characters of look-back for a negation word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3931920"/>
            <a:ext cx="11091672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Images are upscaled if small and read with RapidOCR (ONNX, offline); text boxes are sorted into reading order. A PDF page with no text layer falls back to OCR.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'Denies chest pain' or 'no fever' drops the flag; spaces in phrases tolerate OCR run-ons such as 'ofbreath'. Every item keeps the page it came from.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An abnormal lab (troponin, lactate, WBC, glucose, creatinine, haemoglobin) sets a lab flag; an unreported flag is 0, as in the base paper (no imputation).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Known limits: recall 84.3% and precision 95.2% on 40 hand-written fragments; paraphrases and split OCR words are missed.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Model: calibrated XGBoost with SHAP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26" name="Picture 25" descr="a7_r2_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7912"/>
            <a:ext cx="6949439" cy="390505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0" y="1325880"/>
            <a:ext cx="388620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XGBoost</a:t>
            </a:r>
            <a:r>
              <a:rPr sz="1400" b="0" i="0">
                <a:solidFill>
                  <a:srgbClr val="0F172A"/>
                </a:solidFill>
              </a:rPr>
              <a:t>: 220 trees, depth 4, learning rate 0.1, subsample and column sample 0.9, multi-class softmax over 5 priorities.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Isotonic calibration</a:t>
            </a:r>
            <a:r>
              <a:rPr sz="1400" b="0" i="0">
                <a:solidFill>
                  <a:srgbClr val="0F172A"/>
                </a:solidFill>
              </a:rPr>
              <a:t> on a separate 960 rows, so the confidence is a probability, not a raw score.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SHAP TreeExplainer</a:t>
            </a:r>
            <a:r>
              <a:rPr sz="1400" b="0" i="0">
                <a:solidFill>
                  <a:srgbClr val="0F172A"/>
                </a:solidFill>
              </a:rPr>
              <a:t> on the same trees: the push toward the chosen priority, strongest first, top 8.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1">
                <a:solidFill>
                  <a:srgbClr val="475569"/>
                </a:solidFill>
              </a:rPr>
              <a:t>A linear baseline scores higher on this data (72.4% vs 68.2% uncalibrated); trees were kept for SHAP and calibration.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9788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Architecture of the triage model as built in ml/train.py and services/triage.py.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25880"/>
          <a:ext cx="11091672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898855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Data and 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6,000 synthetic rows; stratified 80/20 test split, then 80/20 of the training part for calibration; seed 7307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XGBoost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n_estimators 220, max_depth 4, learning_rate 0.1, subsample 0.9, colsample_bytree 0.9, objective multi:softprob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Calibration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scikit-learn CalibratedClassifierCV (isotonic) on a frozen base model, fitted on the 960 calibration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Explainer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shap.TreeExplainer(base); absent flags with |impact| &lt; 0.15 hidden; warmed at server start (first call about 12 s in a fresh process)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Cost on this PC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Intel Core i5-12500 (12 threads), 15.7 GB RAM, Windows 11 Pro, no GPU, Python 3.11.9, Node 24.19.0: training 0.44 s; model inference 0.012 ms per patient in batch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Comparison runs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8 model families, 5-fold CV, 5 split seeds, ablations: scripts/run_experiments.py; nothing tuned on the test 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Hyper-parameters are fixed in the code and were not searched; the test rows are used only for the reported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logic: priority, risk and confidence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Picture 25" descr="a7_r2_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433" y="1188720"/>
            <a:ext cx="3229373" cy="51663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17920" y="1325880"/>
            <a:ext cx="5440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Priority.</a:t>
            </a:r>
            <a:r>
              <a:rPr sz="1400" b="0" i="0">
                <a:solidFill>
                  <a:srgbClr val="0F172A"/>
                </a:solidFill>
              </a:rPr>
              <a:t> The arg-max of the calibrated probabilities: 1 Critical, 2 Emergent, 3 Urgent, 4 Less urgent, 5 Non-urgent.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Risk level.</a:t>
            </a:r>
            <a:r>
              <a:rPr sz="1400" b="0" i="0">
                <a:solidFill>
                  <a:srgbClr val="0F172A"/>
                </a:solidFill>
              </a:rPr>
              <a:t> High for priorities 1 and 2, Moderate for 3, Low for 4 and 5.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Clinician.</a:t>
            </a:r>
            <a:r>
              <a:rPr sz="1400" b="0" i="0">
                <a:solidFill>
                  <a:srgbClr val="0F172A"/>
                </a:solidFill>
              </a:rPr>
              <a:t> Accept, or change with a reason; the model's own suggestion is always kept.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217920" y="3520440"/>
          <a:ext cx="5440680" cy="1682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00200"/>
                <a:gridCol w="1325880"/>
                <a:gridCol w="1280160"/>
                <a:gridCol w="123444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Confidence &gt;=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Within 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0.50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94.7%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71.2%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99.8%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0.70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58.8%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78.2%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99.7%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0.85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25.5%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87.6%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100.0%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217920" y="5349240"/>
            <a:ext cx="5440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Synthetic hold-out. Like the base paper's 0.85 threshold, a high-confidence cut keeps 25.5% of cases at 87.6% accuracy. No threshold is applied in the product: every priority goes to the clinician.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a7_r2_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939" y="1188720"/>
            <a:ext cx="5572201" cy="5166360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223760" y="1325880"/>
          <a:ext cx="4416552" cy="4526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0280"/>
                <a:gridCol w="2176272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services/extract.py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PDF / OCR, lexicon, labs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services/features.py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36-input fused record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services/triage.py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calibrated XGBoost + SHAP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services/pdf.py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triage summary PDF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routes/api.py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13 endpoints, overrides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db.py, auth.py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SQLite models, bcrypt, JWT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ml/ (make_data, train, eval)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data, model, metrics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frontend/src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React pages and API client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223760" y="5943600"/>
            <a:ext cx="4416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475569"/>
                </a:solidFill>
              </a:rPr>
              <a:t>Level-1 data-flow diagram of the platform.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and UML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a7_r2_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35286"/>
            <a:ext cx="5486399" cy="4033146"/>
          </a:xfrm>
          <a:prstGeom prst="rect">
            <a:avLst/>
          </a:prstGeom>
        </p:spPr>
      </p:pic>
      <p:pic>
        <p:nvPicPr>
          <p:cNvPr id="27" name="Picture 26" descr="a7_r2_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977" y="1188720"/>
            <a:ext cx="4124844" cy="47548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80644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475569"/>
                </a:solidFill>
              </a:rPr>
              <a:t>Three tables: users, patients (vitals, report, fused record, probabilities, SHAP as JSON) and overrides (old and new priority, action, reason, who, when).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989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475569"/>
                </a:solidFill>
              </a:rPr>
              <a:t>Core classes: User, Patient, Override, request schemas, and the service modules.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25880"/>
          <a:ext cx="11091672" cy="4754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8714232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Server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Python 3.11, FastAPI, Uvicorn, SQLAlchemy 2 on SQLite, pydantic, PyJWT, bcrypt, python-multipart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Report reading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pypdf (text layer), RapidOCR on ONNX Runtime (PaddleOCR-family models, CPU), Pillow, a regex clinical lexicon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Machine learning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XGBoost, scikit-learn (calibration, baselines, metrics), SHAP, pandas, NumPy, joblib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Summary report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ReportLab for the downloadable triage-summary PDF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Front 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React 19, Vite 8, React Router 7, Recharts, Framer Motion, GSAP, lucide-react; 'Neo Brutal Grid' design kit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Testing and capture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pytest with FastAPI TestClient, requests smoke script, Playwright captures at 1440 x 900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run.bat (virtual environment, training if needed, both servers); ports 8307 and 5307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4389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754880"/>
                <a:gridCol w="1417320"/>
                <a:gridCol w="4919472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Report intake: PDF text, OCR for scans, lexicon, labs, pages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12/12 sample reports read exactly; 84.3% recall on 40 stress fragments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Fused record, calibrated XGBoost, per-patient SHAP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accuracy 69.4%, within one level 99.7% (synthetic hold-out)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Clinician accept / change with reason, queue, summary PDF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17/17 smoke checks; 16 API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React app: landing, login, new patient, result, queue, performance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12 screenshots; 360 / 768 / 1440 px and dark mode checked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Experiments: 8 models, ablation, calibration, robustness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scripts/run_experiments.py, experiments/extra/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Real triage data, medical language model (BioBERT), LIME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synthetic data and a lexicon used; no real records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RAG, multi-agent orchestration, six disease-risk models, MongoDB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F172A"/>
                          </a:solidFill>
                        </a:rPr>
                        <a:t>outside the built scope; listed as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 (synthetic hold-out)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34440"/>
            <a:ext cx="260604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234440"/>
            <a:ext cx="73152" cy="10972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325880"/>
            <a:ext cx="2331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69.4%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870862"/>
            <a:ext cx="233172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</a:rPr>
              <a:t>exact priority, 1,200 held-out cases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234440"/>
            <a:ext cx="260604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234440"/>
            <a:ext cx="73152" cy="10972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325880"/>
            <a:ext cx="2331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99.7%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870862"/>
            <a:ext cx="233172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</a:rPr>
              <a:t>within one priority level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234440"/>
            <a:ext cx="260604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234440"/>
            <a:ext cx="73152" cy="10972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325880"/>
            <a:ext cx="2331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0.670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870862"/>
            <a:ext cx="233172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</a:rPr>
              <a:t>macro F1 (P1 recall only 44%)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234440"/>
            <a:ext cx="260604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234440"/>
            <a:ext cx="73152" cy="109728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325880"/>
            <a:ext cx="2331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0.880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870862"/>
            <a:ext cx="233172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</a:rPr>
              <a:t>quadratic weighted kappa</a:t>
            </a:r>
          </a:p>
        </p:txBody>
      </p:sp>
      <p:pic>
        <p:nvPicPr>
          <p:cNvPr id="42" name="Picture 41" descr="a7_r2_f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752" y="2468880"/>
            <a:ext cx="5256174" cy="3017520"/>
          </a:xfrm>
          <a:prstGeom prst="rect">
            <a:avLst/>
          </a:prstGeom>
        </p:spPr>
      </p:pic>
      <p:pic>
        <p:nvPicPr>
          <p:cNvPr id="43" name="Picture 42" descr="a7_r2_f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460" y="2468880"/>
            <a:ext cx="4767878" cy="30175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48640" y="5577840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</a:rPr>
              <a:t>Fusing report and vitals gives 68.2% against 40.6% for vitals alone and 63.2% for the report alone. A logistic baseline reaches 72.4%, and 86.2% is the ceiling set by label noise. High-risk (P1 or P2) recall is only 66.2%: the model under-triages the sickest patients most often. All on synthetic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icture 25" descr="04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" y="1188720"/>
            <a:ext cx="3335731" cy="2084832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548640" y="331012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Triage queue: ordered by priority, drivers and confidence</a:t>
            </a:r>
          </a:p>
        </p:txBody>
      </p:sp>
      <p:pic>
        <p:nvPicPr>
          <p:cNvPr id="28" name="Picture 27" descr="06_new_patient_fill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2330" y="1188720"/>
            <a:ext cx="3335731" cy="2084832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4334256" y="331012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New patient: sample report read, vitals filled</a:t>
            </a:r>
          </a:p>
        </p:txBody>
      </p:sp>
      <p:pic>
        <p:nvPicPr>
          <p:cNvPr id="30" name="Picture 29" descr="07_res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946" y="1188720"/>
            <a:ext cx="3335731" cy="2084832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8119872" y="331012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Result: priority 1 Critical, risk and fused record</a:t>
            </a:r>
          </a:p>
        </p:txBody>
      </p:sp>
      <p:pic>
        <p:nvPicPr>
          <p:cNvPr id="32" name="Picture 31" descr="08_result_wh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714" y="3712464"/>
            <a:ext cx="3335731" cy="2084832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548640" y="583387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Why this priority: SHAP drivers, findings with pages</a:t>
            </a:r>
          </a:p>
        </p:txBody>
      </p:sp>
      <p:pic>
        <p:nvPicPr>
          <p:cNvPr id="34" name="Picture 33" descr="09_override_mod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2330" y="3712464"/>
            <a:ext cx="3335731" cy="2084832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4334256" y="583387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Clinician override: change needs a reason</a:t>
            </a:r>
          </a:p>
        </p:txBody>
      </p:sp>
      <p:pic>
        <p:nvPicPr>
          <p:cNvPr id="36" name="Picture 35" descr="12_performa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7946" y="3712464"/>
            <a:ext cx="3335731" cy="2084832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8119872" y="583387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Performance: metrics and confusion matrix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Real captures of the running application at 1440 x 900, with the seeded sample queue and one live patient entered.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testing and observations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28016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46 / 47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pytest tests passed, 1 expected failure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28016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17 / 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smoke-test checks passed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28016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30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median, PDF read + triage over HTTP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28016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28016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37160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2.2 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43100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median OCR of one image scan on CPU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697480"/>
          <a:ext cx="11091672" cy="3566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852160"/>
                <a:gridCol w="5239512"/>
              </a:tblGrid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'Afebrile' is read as fever; 'denies X but reports Y' also drops 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Documented as reader defects; test marked expected failure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'Haematemesis' also raises the vomiting flag; split OCR words are missed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Listed with the stress-test results, not hidden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Logistic regression beats the shipped XGBoost on the synthetic labels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Stated in the results; the shipped model is unchanged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Default JWT secret and no rate limiting or HTTPS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Listed as demo-grade security in the limitations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5120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212080"/>
                <a:gridCol w="5879592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Corrective 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No real triage records available; the product had to run offline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Seeded synthetic archetypes, with the label-noise ceiling and a 'synthetic' banner in the app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Gemini reading was dropped (no key, offline)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RapidOCR + lexicon; 84.3% stress recall, defects listed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P1 recall 43.9%; high-risk recall 66.2%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Reported plainly; P1+P2 &gt;= 0.4 rule would give 84.3%, planned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SHAP explainer cold start of about 12 s on the first patient (measured in a fresh process)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Warmed in the server start-up; first request is no longer slow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OCR of an image scan takes about 2.2 s on a CPU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PDFs with a text layer take 9 ms; scans reported separately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Medical language model and agents in the abstract were out of reach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</a:rPr>
                        <a:t>Stated as not built; lexicon used and future work listed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606040" cy="3566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Real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220370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Train and test on real triage records (credentialed or public sets), and compare against recorded nurse priorities.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463040"/>
            <a:ext cx="2606040" cy="3566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75304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15384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Better reading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2331720"/>
            <a:ext cx="220370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Replace the lexicon by a medical language model, fix negation scope and the known defects, test on real scans.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463040"/>
            <a:ext cx="2606040" cy="3566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400799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79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Safer thresholds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2331720"/>
            <a:ext cx="220370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Add the high-risk rule (P1+P2 at least 0.4), improve calibration, and always show the second-best priority.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463040"/>
            <a:ext cx="2606040" cy="3566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226296" y="164592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66376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Evaluate with users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331720"/>
            <a:ext cx="220370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A clinician usability study, security hardening (secrets, HTTPS, rate limits) and an audit log.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3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77240" y="539496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</a:rPr>
              <a:t>Priority: items 1 and 3 close the largest honest gaps, the synthetic training data and the weak recall for the most urgent patients.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HENA">
  <a:themeElements>
    <a:clrScheme name="ATHENA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ATHEN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ATHE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ATHENA - Autonomous Triage and Healthcare Electronic Neural Assistant: Review 2</dc:title>
  <dc:subject>Batch A7 (CSE-A)</dc:subject>
  <dc:creator>Badaveni Srinath, Basani Avinash, Degala Praneeth, Bontha Saisree</dc:creator>
  <cp:lastModifiedBy/>
  <cp:revision>1</cp:revision>
  <dcterms:created xsi:type="dcterms:W3CDTF">2026-10-13T12:40:05Z</dcterms:created>
  <dcterms:modified xsi:type="dcterms:W3CDTF">2026-10-13T12:40:05Z</dcterms:modified>
  <cp:keywords>emergency triage, scanned reports, OCR, XGBoost, SHAP, explainable AI, clinical decision support</cp:keywords>
  <dc:description/>
</cp:coreProperties>
</file>