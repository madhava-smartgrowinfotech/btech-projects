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BADAVENI SRINATH	23K91A0523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BASANI AVINASH	23K91A0532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DEGALA PRANEETH	23K91A0561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BONTHA SAISREE	23K91A0545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K. SHALINI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ATHENA – Autonomous Triage and Healthcare Electronic Neural Assistant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Moving from basic Electronic Health Records (EHR) analysis to comprehensive medical prediction means we need systems that can handle all kinds of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original IEEE base paper showed we can pull useful insights from clinical text, but it was limited to just text inputs and basic topic modeling.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It's a multi-agent AI system that uses deep learning OCR to read scanned medical reports, alongside medical transformers like BioBERT to understand tricky clinical terms.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We want doctors to actually trust what the system tells them, so we're using Explainable AI to show exactly which symptoms and lab results led to a specific prediction.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By using multiple agents working together, we can accurately extract data, verify the medical details, and present clear, easy-to-read results on a web app.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"Multidimensional Analysis of the Diagnostic Performance of Machine Learning Models in Disease Classification: Implications for Clinical Decision Support Systems"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10.1109/access.2026.3703248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models are evaluated on single-modality structured data. The gap is a multi-agent pipeline that fuses OCR, clinical text and tabular vitals and exposes the reasoning behind each triage decision.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Emergency departments must decide, within minutes, which patient is seen first.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Triage today depends on the experience of the attending staff and varies between shifts.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Clinical data arrives in several forms at once: scanned reports, free clinical text and tabular vitals.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Medical transformers such as BioBERT interpret clinical language far better than general models.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OCR converts scanned reports into text so paper records enter the same pipeline.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clinician will not act on a prediction that cannot be explained, so explainability is essential.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Multidimensional Analysis of the Diagnostic Performance of Machine Learning Models in Disease.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Identifying the High-Risk Obstetric Patient at Triage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Journal of Emergency Nursing,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The effects of patient triage management strategies on clinical outcomes and risk management 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Anatolian Current Medical Journal,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Emergency Diagnostic Assessment During Triage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Emergency Triage of the Horse,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Assessment of Knowledge of Triage among Patient Attendants Presenting in the Emergency Department: A.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Journal of General Practice and Emergency Medicine of Nepal, 2024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an OCR stage that converts scanned medical reports into machine-readable clinical text.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Apply a medical language model to extract symptoms, findings and history from that text.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Combine text-derived features with tabular vitals in a single patient representation.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Train a model that assigns a clinical risk level and a triage priority to each patient.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Add an explainability layer that shows which findings drove the assigned priority.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triage accuracy against clinician-assigned priority and measure processing time per patient.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Triage decisions are subjective and vary with the experience of the staff on duty.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systems analyse only structured fields and ignore scanned reports and clinical narrative.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Predictions delivered without justification are not accepted into a clinical workflow.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Delay in prioritising a critical patient directly worsens outcomes.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multi-source triage assistant that reads scanned reports and clinical text, assigns an explainable risk level, and supports rather than replaces the clinician.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