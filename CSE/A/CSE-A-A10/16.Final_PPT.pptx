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FlowSense: one pipeline that detects vehicles, forecasts queues, adapts signal timing, gives ambulances priority and coordinates neighbouring junctions.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product, the headline gains, then the honest limits. Say that the simulator is not SUMO and the vision gap on real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Lamrabet et al., IEEE Access 2026. We keep its idea (a vision cue triggering emergency priority over an adaptive controller) but extend it to forecasting and corridor coordination; its trained detector and SUMO case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marked 'as cited in [1]' are second-hand from the base paper's related work. The four batch-survey papers could not be verified, so no result is quoted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gaps. FlowSense addresses the first, second and fourth directly; the fifth we test with two public real-image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problem points from the batch statement, then input, output and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batch document. The conclusion slide gives the real status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two chains. Be explicit that vision is not closed-loop with the controllers and that violations are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No database: state lives in process memory. The Streamlit app remains as the original front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in one picture: perceive, forecast, decide, measure. Demand is controller-independent, so controllers face identical vehicles and ambulances.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traffic dataset is needed to drive the simulator. The two public image sets are used only to test the vision layer honestly; nothing is trained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algorithm in smart_traffic/sim.py (_pressure, _decide, _emergency_target) as a flowchart.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the main flow and the use cases of the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FlowSense has no database. The ER diagram shows logical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 and honest absences.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Mean ± std over five seeds. The advanced controller's edge over plain adaptive control is small; its clearest benefit is ambulance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Equivalent of the confusion matrix for this project: the real-photo test of the emergency rule. In-domain synthetic accuracy does not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Parameter analysis: demand level, which component matters, and how far the forecaster generalises.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Latencies measured on 127.0.0.1 on an i5-12500, CPU only. YOLOv8n takes ~48 ms per image on CPU; the first call also loads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testbeds differ. The relative reductions are of the same kind but not comparable in absolute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console. The report tables use 5 seeds, so their numbers differ slightly from this 3-seed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Vision page: classical detector on a synthetic scene and YOLOv8n on a real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Forecast and violation screens. Say clearly that violations are simulated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met, partly met or not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Traffic Management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FlowSense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23K91A0548   BUNETI HARSHITHA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23K91A0537   BHUVANESHWARI KADIKE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23K91A0510   AMBATI SAI NIKHIL REDDY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23K91A0551   CHAPALA ROHITH REDDY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Laxmi Prasanna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&amp; Controller Logic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Data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Controllers, Emergency Priority, Vision, Forecaster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Analysis, 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Fixed-time signals cannot see queues or ambulances. FlowSense puts vehicle detection, queue forecasting, adaptive timing, emergency priority and inter-junction coordination into one working web product (FastAPI + React).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seeded simulator runs four controllers on identical traffic. The advanced controller cuts average delay 34.8% (2x2) and 30.5% (3x3) against fixed-time and ambulance delay from 20.1 s to 5.7 s (2x2).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Honestly: it beats plain adaptive control by only 4.3% (within one standard deviation), and a base-paper-style pre-emption controller is 6.5% worse than adaptive on mean delay.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30-second queue forecaster scores R² 0.959 on a random split but fails on an unseen heavily congested run (MAE 14.66 vs 5.49 for persistence).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Vision works on synthetic scenes (recall 97.6%) but not on real photos: light-bar recall 1.3% on 600 real images; YOLOv8n 4-wheeler recall 58.6%.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38 pytest tests and 33 smoke checks pass. No SUMO, no trained light-bar detector, no real cameras: the limits are stated on every results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M. Lamrabet, M. Alami Chentoufi and R. Ellaia, "Emergency-aware adaptive traffic signal control using YOLO-based light-bar detection and SUMO system-level validation," IEEE Access, vol. 14, pp. 104922-104933, 2026, doi: 10.1109/ACCESS.2026.3710015.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960120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emergency-aware adaptive signal control with YOLO light-bar detection and SUMO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Detector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YOLO26m, one class (roof light-bar, lights ON or OFF), 3,130 images (2,599 / 266 / 265), 100 epochs; precision 0.73, recall 0.69, mAP50 0.73, mAP50-95 0.34; 11.45-13.89 ms on a T4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Control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Pre-optimised GA-SGD signal plan; a priority arbitrator (confidence 0.5, 3 consecutive frames) forces green for the emergency approach, then restores the plan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SUMO model of the Souissi roundabout, Rabat; Fixed-time vs GA-SGD vs GA-SGD + vision override; selected scenario at demand scale 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Ambulance travel 56 s vs 70 s (GA-SGD) and 64 s (fixed); ambulance wait 15 s vs 21 s; total waiting 19,887 s vs 22,827 s and 33,719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Moderate dataset; simulation only; one roundabout; light-bar presence only (no flashing-state check); edge hardware not 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773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822960"/>
                <a:gridCol w="3840480"/>
                <a:gridCol w="3657600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Lamrabet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YOLO26m light-bar detector + priority override on GA-SGD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SUMO roundabout: ambulance travel 56 s vs 70 s; one 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Goenawan, ASTM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YOLOv5 counts + RNN-LSTM 12-hour forecast + cycle-length 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CARLA: 21 vs ~15 vehicles/min, 5 s vs ~12 s pass delay; no emergency priority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Gupta et al., NeCDM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Neighbour-embedded GNN congestion prediction for crowd delivery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Predicts flow at stations; no signal control or vision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Sasikala et al.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IoT + GPS + RFID emergency priority and dynamic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35 % faster ambulance response (as cited in [1]); needs infrastructure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Zlatkovic et al.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Pre-emption in connected-vehicle environments (VISSIM)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 to 36 % emergency delay cut (as cited in [1]); needs connected vehicles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Jayakumar et al. [14]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Siren audio features with SVM and ensembles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99.5 % accuracy (as cited in [1]); noise, no localisation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 emergency / vehicle detectors [15], [18]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2024-25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YOLOv5-v9 vehicle and emergency-vehicle classes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Appearance-based; small objects and occlusion are hard (as cited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[2]-[5]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2024-26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Signal-IQ, density estimation, accelerated EV detection, client-server control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Title-level only; authors and results not verified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surveyed systems do adaptive signal control or vehicle detection separately; no single pipeline detects, adapts timing, prioritises emergency vehicles and coordinates junctions (batch survey).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 validates one roundabout in simulation and gives priority at one junction; corridor coordination and proactive queue forecasting are outside its scope.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ASTM forecasts vehicle counts but has no emergency priority; GNN congestion work does not control signals.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Few papers report seeds, standard deviations or ablations, so the value of each added component is unclear.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Synthetic-scene vision accuracy is rarely tested on real photos, so reported detection numbers may not transfer.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377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Fixed signal timings waste green time on empty approaches while queues build on others.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Manual traffic control cannot scale to the number of junctions in a modern city.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Emergency vehicles lose critical minutes waiting at signals with no priority mechanism.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Junctions operate independently, so clearing one simply moves the queue to the next.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a vision-based controller that measures real traffic density, adapts signal timing and gives emergency vehicles priority.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Camera frames (image upload), demand and controller settings, simulated vehicle arrivals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Signal phases and green times, ambulance priority, queue forecasts, density levels, violation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Benchmark tables, metrics JSON, screenshots of the running console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Ingest junction-camera video and detect and count vehicles with a YOLO-based model.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Estimate traffic density per approach lane from the detection output.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Compute adaptive signal timings that allocate green time in proportion to measured density.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Detect emergency vehicles and grant priority passage through the junction.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Enable coordination between adjacent junctions to smooth traffic along a corridor.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detection accuracy, average waiting time and emergency vehicle clearance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Perception and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Camera frame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YOLOv8n vehicles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2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Light-bar rule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PCU density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 s queue forecast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9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Green-time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Control (advanced controller, per junction)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Queues + PCU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7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0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 excess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7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12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Inbound platoon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Spill-back damping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Emergency green wave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2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Phase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same traffic is replayed under four controllers (fixed, adaptive, base-paper style, advanced) so every gain is like-for-like.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Ambulances are cleared by pre-emption plus a 15-second look-ahead that turns neighbouring junctions green ahead of them.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violation log, benchmark page and live map make the behaviour visible; vision is a separate demo module, not wired into the simulator's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72" y="1645920"/>
            <a:ext cx="6395574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783080"/>
            <a:ext cx="44805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Console: React 19 + Vite, port 5310; 8 pages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 + Uvicorn, port 8310; 20 JSON routes, demo token login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Engine: smart_traffic (simulator, forecaster, vision) imported unchanged by the API service layer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State: one shared live simulation, benchmark cache and violation log in memory; no database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Files: yolov8n.pt, metrics JSON, screenshots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0692"/>
            <a:ext cx="6675120" cy="43110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Simulator: 1 s ticks, Poisson arrivals with rush-hour profile, saturation 0.5 veh/s, 12 s links, spill-back at 30 vehicles.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Vehicles carry PCU weights (car 1, bike 0.5, truck 2, bus 3).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Forecaster: gradient boosting on 11 features predicts each approach's queue 30 s ahead.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Benchmarks: 5 seeds, 1800 s, demand x1.2; demand sweep, ablation and emergency-heavy tests.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Vision checked on synthetic scenes and two public real-image 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26,988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forecaster samples x 11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0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frames, 1,467 vehicle boxes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19" y="170078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photos: 300 ambulance, 300 other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743200"/>
          <a:ext cx="676656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109728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Used for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Simulator demand (generated)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seeds 40-44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controller benchmarks; no external traffic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Forecaster training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 x 1800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2x2 / 3x3, demand 0.7-1.6, adaptive controller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Visaitech mixed traffic [32]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293 frames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YOLOv8n on real dashcam traffic (CC BY 4.0)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Ambulance photos [33]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600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light-bar rule on real photos (CC BY 4.0)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overhead scenes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300 scenes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classical detector + light-bar 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" name="Picture 19" descr="f13_real_examp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2788486"/>
            <a:ext cx="4206240" cy="35213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562356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Models: YOLOv8n (COCO weights, not fine-tuned); gradient boosting, random forest and persistence for the forecaster. Right: real photos, a hit and a miss for each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" y="1645920"/>
            <a:ext cx="485775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178308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Pressure per approach: PCU queue + 0.7 x max(forecast - queue, 0) + inbound PCU within 8 s + head wait / 12.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Spill-back: pressure x 0.3 if the straight-ahead downstream queue is already at capacity - 4.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Switch when the current phase is empty, when the other phase exceeds 2 x current + 4, or at 60 s; minimum green 13 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Emergency: the nearest ambulance (queued, or inbound within 15 s) forces its phase green after 2 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Compared with the base-paper style, which looks 5 s ahead at one junction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89" y="1645920"/>
            <a:ext cx="5239820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049170"/>
            <a:ext cx="5212080" cy="38569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(no database)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79" y="1645920"/>
            <a:ext cx="5129560" cy="42062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737360"/>
          <a:ext cx="484632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6517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 simulation (memory)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shared Sim, reset on grid change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PREVIEW simulation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landing-page pulse, separate seed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benchmark cache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keyed by grid, seconds, demand, seeds, ML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last-benchmark violations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feeds the Violations page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predictor (memory)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trained in a background thread, ~6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yolov8n.pt, metrics 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files on disk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foreign keys and no persistence: simulation state is lost when the server restarts.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JSON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38 + 33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+ smoke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~5,500x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simulator speed vs real time (2x2)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Service layer wraps the unchanged engine; HS256 token auth with a demo operator account; readable JSON errors (message + hint) for 401, 413, 415, 422, 503.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predictor trains in a background thread at start-up; /api/health reports readiness; benchmarks are cached by their settings.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Same traffic for every controller: arrivals and ambulances come from a controller-independent random stream.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Console: live map, benchmark, vision, prediction and violations pages; run.bat starts both servers; Windows needs torch imported before OpenCV.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present: database, TLS, multi-user accounts, real camera streams, hardware control.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Controller Benchmark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-34.8%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delay vs fixed-time, 2x2 (44.2 ± 2.8 vs 67.8 ± 11.0 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-30.5%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delay vs fixed-time, 3x3 (64.9 ± 4.3 vs 93.3 ± 9.5 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-4.3%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vs plain adaptive, 2x2: within one std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5.7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ambulance delay vs 20.1 s fixed (-71.5%)</a:t>
            </a:r>
          </a:p>
        </p:txBody>
      </p:sp>
      <p:pic>
        <p:nvPicPr>
          <p:cNvPr id="23" name="Picture 22" descr="f01_delay_by_control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07" y="2743200"/>
            <a:ext cx="4670224" cy="2834640"/>
          </a:xfrm>
          <a:prstGeom prst="rect">
            <a:avLst/>
          </a:prstGeom>
        </p:spPr>
      </p:pic>
      <p:pic>
        <p:nvPicPr>
          <p:cNvPr id="24" name="Picture 23" descr="f02_emergency_de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612" y="2743200"/>
            <a:ext cx="4227015" cy="2834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Five seeds, 1800 s, demand x1.2. The base-paper-style controller is 6.5% worse than plain adaptive on mean delay (2x2) but cuts ambulance delay to 6.0 s; advanced vs base-paper style: delay -10.1%, ambulance -4.2% (2x2), -24.9% (3x3). Most of the gain over fixed-time is adaptivity itself.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Vision on Real Photos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8_ambulance_real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44" y="1600200"/>
            <a:ext cx="5483151" cy="2926080"/>
          </a:xfrm>
          <a:prstGeom prst="rect">
            <a:avLst/>
          </a:prstGeom>
        </p:spPr>
      </p:pic>
      <p:pic>
        <p:nvPicPr>
          <p:cNvPr id="8" name="Picture 7" descr="f12_real_visio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971" y="1600200"/>
            <a:ext cx="4990296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663440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Light-bar rule on 600 real photos: any red+blue cluster TP 4, FP 1, FN 296, TN 299 (recall 1.3%, false alarms 0.3%); YOLO box + light bar recall 0.7%.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YOLOv8n on 293 real dashcam frames (conf 0.3, IoU 0.5): 4-wheeler P 0.61 / R 0.59; 2-wheeler R 0.08; 3-wheeler R 0.00; all vehicles R 0.24.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Synthetic scenes: recall 97.6%, ambulance recall 100% - but noise sigma 10 gives zero detections and darkening removes every light bar. Base paper's trained detector: P 0.73, R 0.69.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– Demand, Ablation, Forecaster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3_deman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50" y="1600200"/>
            <a:ext cx="4329338" cy="2743200"/>
          </a:xfrm>
          <a:prstGeom prst="rect">
            <a:avLst/>
          </a:prstGeom>
        </p:spPr>
      </p:pic>
      <p:pic>
        <p:nvPicPr>
          <p:cNvPr id="8" name="Picture 7" descr="f05_forecaste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014" y="1600200"/>
            <a:ext cx="5270210" cy="2743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434840"/>
          <a:ext cx="5486400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37160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Ablation of the advanced controller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Avg delay (s)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Ambulance delay (s)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advanced (full)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44.2 ± 2.8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ML 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47.4 ± 3.9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platoon look-ahead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44.9 ± 2.4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emergency green wave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44.5 ± 2.2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emergency pre-emption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42.4 ± 2.6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27.3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4434840"/>
            <a:ext cx="5486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Demand sweep (2x2): advanced is worse than adaptive at x0.6 (26.4 vs 20.6 s), better from x1.2 (41.1 vs 42.2 s) to x1.8 (127.6 vs 135.3 s).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pre-emption gives the lowest network delay but the slowest ambulance: a real efficiency / safety trade-off.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Forecaster: random split MAE 1.64 (persistence 2.57); held-out R² 0.04; beats persistence in 5 of 6 runs, fails on the congested one. Random forest is as good.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4.6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advance live sim 2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103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skip 5 simulated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26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synthetic-scene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48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YOLOv8n per image, CPU (median)</a:t>
            </a:r>
          </a:p>
        </p:txBody>
      </p:sp>
      <p:pic>
        <p:nvPicPr>
          <p:cNvPr id="23" name="Picture 22" descr="f10_api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680" y="2651760"/>
            <a:ext cx="3516319" cy="2194560"/>
          </a:xfrm>
          <a:prstGeom prst="rect">
            <a:avLst/>
          </a:prstGeom>
        </p:spPr>
      </p:pic>
      <p:pic>
        <p:nvPicPr>
          <p:cNvPr id="24" name="Picture 23" descr="f11_queue_timese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701" y="2651760"/>
            <a:ext cx="3936836" cy="2194560"/>
          </a:xfrm>
          <a:prstGeom prst="rect">
            <a:avLst/>
          </a:prstGeom>
        </p:spPr>
      </p:pic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4937760"/>
          <a:ext cx="11155680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97680"/>
                <a:gridCol w="68580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pytest (engine 24, API 14)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38 of 38 passed in ~28 s; smoke test 33 of 33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First benchmark (4 controllers x 3 seeds x 1800 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4.8 s; repeats from cache in ~12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concurrent users, load, security penetration, real cameras or signal 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7498080" cy="4663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3063240"/>
                <a:gridCol w="3200400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FlowSense (this project)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Detector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YOLO26m light-bar, trained on 3,130 images: P 0.73, R 0.69, mAP50 0.73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YOLOv8n (not fine-tuned) + HSV light-bar rule; real photos: light-bar recall 1.3%, 4-wheeler recall 59%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Controller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GA-SGD plan + supervisory override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PCU pressure + ML forecast + look-ahead + green wave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Testbed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SUMO, one Rabat roundabout, selected scenario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In-house simulator, 2x2 and 3x3 grids, 5 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Ambulance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Travel 56 s vs 70 s GA-SGD / 64 s fixed (-20 % / -12.5 %)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Delay 5.7 s vs 20.1 s fixed (-72%); -4% vs base-paper style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Total waiting 19,887 s vs 22,827 s / 33,719 s (-12.9 % / -41 %)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Avg delay 44.2 s vs 46.2 s adaptive (-4.3%) / 67.8 s fixed (-34.8%)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09_base_pape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733934"/>
            <a:ext cx="3566160" cy="22014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411480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Different simulators, networks and metrics: these figures are indicative, not a head-to-head.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paper's trained detector is the standard we did not reach.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superiority is claimed.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Live Control and Benchmark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6_live_map_and_statu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7_benchmark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live 2x2 network after 360 simulated seconds - signals, queued vehicles, junction table with +30 s forecasts. Right: benchmark with UI defaults (3 seeds): advanced -38% vs fixed-time, -11% vs emergency-aware, ambulance delay 5.1 vs 18.7 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Vision: Synthetic Scene and YOLOv8n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10_vision_synthetic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2_vision_yol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synthetic overhead scene - boxes by class, a magenta ring on the red+blue light-bar cluster and the ambulance label. Right: YOLOv8n on the bundled sample photo detects the bus (0.87). Real-photo accuracy is much lower than on synthetic scenes (see results).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Queue Forecast and Violation Log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4_prediction_forecas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6_violations_lo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54" y="1645920"/>
            <a:ext cx="5451730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model comparison (persistence 2.535, random forest 1.605, gradient boosting 1.644 MAE) and the live per-approach 30 s forecast. Right: simulated red-light and wrong-way events with plate and confidence - generated from ground-truth events, not detected by a model.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Objectives vs Outcomes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working simulator-validated platform: adaptive control cuts delay about a third vs fixed-time (35% / 31%); pre-emption cuts ambulance delay 72-87%; 38 tests and 33 smoke checks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Findings: advanced vs adaptive only -4.3%; pre-emption trades a little network delay for ambulance speed; the forecaster does not extrapolate; real-photo vision is weak (light-bar recall 1.3%).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108960"/>
          <a:ext cx="111556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3291840"/>
                <a:gridCol w="74066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Detect and count vehicles with YOLO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YOLOv8n on images only (no video stream); real recall 24%, 4-wheelers 59%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Density per 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PCU density per frame; per-lane density only in the simulator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Adaptive green time by density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in simulation: -34.8% delay vs fixed-time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Emergency vehicle priority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in simulation (ground-truth ambulances): 5.7 s vs 20.1 s; real-photo detection not achieved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Coordination between junctions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simulated look-ahead; only -4.3% over adaptive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accuracy, waiting, clearance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measured on simulator and two real-image sets; accuracy on real data is 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In-house simulator, not SUMO; absolute numbers are not comparable with the base paper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Ambulances known by ground truth; vision not closed-loop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trained light-bar detector: real-photo recall 1.3%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Violations simulated, not detected; no tracking or plate reading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Forecaster fails outside its training range (R² ~0.04 held-out)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Advanced controller worse at low demand; gain over adaptive within noise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database, no cameras or hardware, single demo user, CPU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Validate in SUMO or CARLA on real junction layouts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a light-bar / emergency-vehicle detector on labelled data; check flashing state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Wire vision into the control loop with temporal confirmation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the forecaster on wider congestion; try sequence or graph models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Fine-tune YOLO on local mixed traffic incl. three-wheelers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camera streams, persistent storage, multi-user roles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Pilot with edge hardware and a signal controller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M. Lamrabet, M. Alami Chentoufi and R. Ellaia, "Emergency-aware adaptive traffic signal control using YOLO-based light-bar detection and SUMO system-level validation," IEEE Access, vol. 14, pp. 104922-104933, 2026, doi: 10.1109/ACCESS.2026.3710015.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C. R. Goenawan, "ASTM: Autonomous smart traffic management system using artificial intelligence CNN and LSTM," arXiv:2410.10929, 2024.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K. Gupta, D. Saxena, A. K. Singh and C.-N. Lee, "Neighbor-embedded graph neural network-based crowd delivery traffic management in smart city," IEEE Trans. Emerg. Topics Comput. Intell., vol. 10, no. 3, 2026, arXiv:2608.22555.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M. Lamrabet, R. Ellaia and M. Alami Chentoufi, "Simulation-based optimization of traffic signals using a hybrid GA-SGD approach: a case study of Morocco," Innov. Infrastruct. Solutions, vol. 10, no. 11, p. 511, Nov. 2025, doi: 10.1007/s41062-025-02319-w.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N. Sasikala, S. Sridhar, S. H. Reddy, S. John and S. Shrinikethan, "Emergency traffic prioritization system with priority-based dynamic route optimization and IoT-enabled dynamic signal control," in Proc. 5th Int. Conf. Intell. Technol. (CONIT), Jun. 2025, pp. 1-5, doi: 10.1109/CONIT65521.2025.11166819.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M. Zlatkovic, Z. Cvijovic, A. Stevanovic and Y. Song, "Concepts of signal control preemption for emergency vehicles in connected vehicle environments," J. Road Traffic Eng., vol. 69, no. 2, pp. 1-7, Jun. 2023, doi: 10.31075/pis.69.02.01.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D. Jayakumar, M. Krishnaiah, S. Kollem, S. Peddakrishna, N. Chandrasekhar and M. Thirupathi, "Emergency vehicle classification using combined temporal and spectral audio features with machine learning algorithms," Electronics, vol. 13, no. 19, p. 3873, Sep. 2024, doi: 10.3390/electronics13193873.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[21] J. Redmon, S. Divvala, R. Girshick and A. Farhadi, "You only look once: unified, real-time object detection," in Proc. IEEE Conf. Comput. Vis. Pattern Recognit. (CVPR), Las Vegas, NV, USA, Jun. 2016, pp. 779-788, doi: 10.1109/CVPR.2016.91.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[22] G. Jocher, A. Chaurasia and J. Qiu, "Ultralytics YOLOv8," version 8.0.0, 2023. [Online]. Available: https://github.com/ultralytics/ultralytics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P. A. Lopez et al., "Microscopic traffic simulation using SUMO," in Proc. 21st IEEE Int. Conf. Intell. Transp. Syst. (ITSC), Maui, HI, USA, Nov. 2018, pp. 2575-2582, doi: 10.1109/ITSC.2018.8569938.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[26] P. Varaiya, "Max pressure control of a network of signalized intersections," Transp. Res. C, Emerg. Technol., vol. 36, pp. 177-195, Nov. 2013, doi: 10.1016/j.trc.2013.08.014.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[27] H. Wei, G. Zheng, H. Yao and Z. Li, "IntelliLight: a reinforcement learning approach for intelligent traffic light control," in Proc. 24th ACM SIGKDD Int. Conf. Knowl. Discovery Data Mining, London, U.K., Jul. 2018, pp. 2496-2505, doi: 10.1145/3219819.3220096.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[28] J. H. Friedman, "Greedy function approximation: a gradient boosting machine," Ann. Statist., vol. 29, no. 5, pp. 1189-1232, Oct. 2001, doi: 10.1214/aos/1013203451.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[32] Visaitech, "Visaitech mixed-traffic vehicle detection dataset (v0.1)," Hugging Face, CC BY 4.0. [Online]. Available: https://huggingface.co/datasets/visaitech/vehicle-mixed-traffic-detection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full numbered list of 33 references, including the batch survey items [2]-[5], is in the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A10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Sense">
  <a:themeElements>
    <a:clrScheme name="FlowSens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lowSens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lowSens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Traffic Management - Final Review</dc:title>
  <dc:subject>FlowSense</dc:subject>
  <dc:creator>Batch A10, Dept. of CSE, TKRCET</dc:creator>
  <cp:lastModifiedBy>Batch A10, Dept. of CSE, TKRCET</cp:lastModifiedBy>
  <cp:revision>1</cp:revision>
  <dcterms:created xsi:type="dcterms:W3CDTF">2026-10-07T05:03:03Z</dcterms:created>
  <dcterms:modified xsi:type="dcterms:W3CDTF">2026-10-07T05:03:03Z</dcterms:modified>
  <dc:description/>
  <cp:keywords>smart traffic, YOLOv8, adaptive signal control, emergency priority, queue forecasting</cp:keywords>
</cp:coreProperties>
</file>