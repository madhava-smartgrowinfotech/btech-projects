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BUNETI HARSHITHA	23K91A0548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BHUVANESHWARI KADIKE	23K91A0537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AMBATI SAI NIKHIL REDDY	23K91A0510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CHAPALA ROHITH REDDY	23K91A0551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LAXMI PRASANNA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AI-Based Smart Traffic Management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Traffic congestion is a major challenge in modern cities, leading to increased travel time, fuel consumption, and delays for emergency vehicles.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traffic management systems rely on fixed signal timings and are unable to adapt to real-time traffic conditions.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AI-Based Smart Traffic Management System uses YOLOv8, Machine Learning, and Computer Vision to detect vehicles, analyze traffic density.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provides Emergency Vehicle Priority to ensure faster response times during emergencies.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Additionally, it incorporates Traffic Prediction using Machine Learning to forecast future congestion and optimize signal timings proactively.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"Emergency-Aware Adaptive Traffic Signal Control Using YOLO-Based Light-Bar Detection and SUMO System-Level Validation"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10.1109/access.2026.3710015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systems perform adaptive signal control or vehicle detection separately. The gap is one pipeline that detects, adapts timing, prioritises emergency vehicles and coordinates between junctions.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Traffic congestion increases travel time, fuel consumption and emissions in every growing city.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Fixed-time signals cannot respond to actual traffic density at a junction.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Cameras are already installed at most major junctions but their footage is under-used.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YOLO-based object detection counts and classifies vehicles from that footage in real time.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Signal timing can then be allocated in proportion to measured demand on each approach.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Detecting an emergency vehicle allows its approach to be cleared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Emergency-Aware Adaptive Traffic Signal Control Using YOLO-Based Light-Bar Detection and SUMO.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Signal-IQ: An Integrated, Low-Cost, and Hardware-Validated Adaptive Traffic Signal Control System Using.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Adaptive Traffic Signal Control System for Vehicle Detection and Traffic Density Estimation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2024 4th International Conference on Innovative Sustainable Computational Technologies (CISCT),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Accelerated Emergency Vehicle Detection and Intelligent Traffic Signal Control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 International Conference on Information, Implementation, and Innovation in Technology (I2ITCON),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Intelligent Traffic Management System Using Real-Time Vehicle Detection and Dynamic Signal Control with.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 International Conference on Next Generation Communication &amp;amp;amp; Information Processing (INCIP),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Ingest live video from junction cameras and detect and count vehicles using a YOLO-based model.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Estimate traffic density per approach lane from the detection output.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Compute adaptive signal timings that allocate green time in proportion to measured density.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Detect emergency vehicles and grant priority passage through the junction.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Enable coordination between adjacent junctions to smooth traffic along a corridor.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detection accuracy, average waiting time and emergency vehicle clearance time.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Fixed signal timings waste green time on empty approaches while queues build on others.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traffic control cannot scale to the number of junctions in a modern city.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Emergency vehicles lose critical minutes waiting at signals with no priority mechanism.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Junctions operate independently, so clearing one simply moves the queue to the next.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vision-based controller that measures real traffic density, adapts signal timing, and gives emergency vehicles priority.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